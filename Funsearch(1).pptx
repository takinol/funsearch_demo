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3" r:id="rId6"/>
    <p:sldId id="261" r:id="rId7"/>
    <p:sldId id="262" r:id="rId8"/>
    <p:sldId id="264" r:id="rId9"/>
    <p:sldId id="265" r:id="rId10"/>
    <p:sldId id="266" r:id="rId11"/>
    <p:sldId id="260" r:id="rId12"/>
    <p:sldId id="268" r:id="rId13"/>
    <p:sldId id="267" r:id="rId14"/>
    <p:sldId id="269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8F4BEEA-DA3A-47F9-9B0B-49BB714DCA94}">
          <p14:sldIdLst>
            <p14:sldId id="256"/>
            <p14:sldId id="257"/>
            <p14:sldId id="258"/>
            <p14:sldId id="259"/>
            <p14:sldId id="263"/>
            <p14:sldId id="261"/>
            <p14:sldId id="262"/>
            <p14:sldId id="264"/>
            <p14:sldId id="265"/>
            <p14:sldId id="266"/>
            <p14:sldId id="260"/>
            <p14:sldId id="268"/>
            <p14:sldId id="267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A6EA00-B49D-4E93-AC53-656FC8C48136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6E7453-235C-4BF5-98B6-1B8E3B2ABF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443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BFD0A1-31DE-F378-51C0-E389620E7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555FE30-467C-9734-57B0-CF7F1FCFBD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DB906-7ED0-CD77-F04A-5EFC1621E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DF902F-D657-10E2-C318-2F887A3B8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2FFF51-0A6D-94EA-9D84-976E764D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3543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6C58C5-1BCA-334E-97BB-414ECD60A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FCD608-E761-8B05-39BB-E205AA42A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19AEBD-92DE-3072-5F2C-1713CC52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B22CAE-B89B-E3E1-C6BA-0F863981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ED515B-E861-5455-960A-E600B3577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757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92304-0E3B-3CA0-6EC7-ED6326334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BD25E4-7FEB-D38B-82BE-D5E7F5F8A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FBF8B6-B856-30D3-6782-EFB030A4D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D90711-D492-14AC-C6A7-2BD61F198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5A44C9D-B8BB-4B30-BE69-9A950787A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1241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E5AC8F-1060-355B-0E8C-6CC28E4C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509DF1-93A2-DCF3-050C-5DFD9809A0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FDB5A3-1C80-4457-EBD9-98ED5FAB2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269209-62C3-0A79-E320-9EA89E788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E8A7481-62F9-3611-490D-ED0B1F1E3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67CE06-0CA2-6A53-D0A3-6D1468983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4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6DF68-5EFD-BE28-26D6-3820B894E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8D2EA3-4B66-CD53-CA19-4FDCA1410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0EE5CB-6121-CA77-2480-3742BD454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A0F22DC-ED23-0B78-8967-A54C99C6B4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F2CC390-4567-F1CB-0869-93E6C60AF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0795C3-249F-99E9-6EA7-2C14FBDCB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84FF4AB-BAB3-F486-5D02-0C52281D7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F20606-F241-CD4B-BA30-8B2394BCF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854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BE3FFC-B234-748D-51BF-AF2711DFB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8A4C635-2361-4CCA-2CCB-9D0EC7DA8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7798B9C-DDE8-388C-8DCE-79406D521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0A7011-0B02-AA44-FF00-72CA8DDD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26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3AE2865-1940-BDC8-8BC2-0F2DAB071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994191-8723-8A08-0F28-9C48FC08D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90DD60-D8B0-742E-CD40-02D26C1B4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5857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25BCA3-876F-BBD4-0FBA-1FC64E5D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5A603B-4D91-588E-9103-DE5301328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9DF5E0B-DC6A-8114-BC43-3203AD8F58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958A74-B07E-140B-A0FA-B0C1D413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3D9700-65D6-5821-E934-7145EE081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C1E5C9-D7EA-006E-CB45-85C942055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877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0B4B4-078F-1EFD-0E08-0599B75CE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F49A086-1FDA-951B-0B82-9BF5E0681F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891DDDA-8FCE-55DE-5D4F-3D07F48272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A2BC0D-7F87-AB5B-E90E-4127593F3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0618E4-6742-A00F-D169-69E7CC8BD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BFFC06-C03E-F9FB-C8A9-B208B2C4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096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77F25-24C8-B59E-181A-A5822ED99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A156E64-17D7-5CE7-F6D1-030FD495A2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8C1F92-EF2E-36E3-5E4B-DAEF05300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C9BB0B-AA75-10D8-A503-D4E4C9469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FBCF2E-20D2-6AAD-2810-125258147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24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1D39CA-0916-1937-E3B7-12DB9CCCD2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D2734E0-A383-E712-B5EA-C2B14ADC8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94EA5B-64AB-9C95-ADFE-838AA977C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2C7E07-D6AD-817B-499E-A7ECAD6B1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F1FF519-DE80-34DA-F9F1-A3D5A41D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302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D9BBABB-727B-9F22-74D9-6A1E4978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921D40-F876-00A6-3708-824CCEA07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722D0D-CE3B-EF39-85E9-84871D34EF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5BC628-EA67-406B-940F-11D613FF0F8F}" type="datetimeFigureOut">
              <a:rPr lang="zh-CN" altLang="en-US" smtClean="0"/>
              <a:t>2026/9/4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8E0050-B76F-A1DD-8BF6-B722064B4E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1D29A6-7125-9C0F-4FAC-03F86EDEA5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EFF57-6699-486E-BF57-94844A28B5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9841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FD90428-C5F2-0081-4B07-0275FC49F2F0}"/>
              </a:ext>
            </a:extLst>
          </p:cNvPr>
          <p:cNvSpPr txBox="1"/>
          <p:nvPr/>
        </p:nvSpPr>
        <p:spPr>
          <a:xfrm>
            <a:off x="3208788" y="2146663"/>
            <a:ext cx="5774423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altLang="zh-CN" sz="3600" b="1" dirty="0">
                <a:solidFill>
                  <a:schemeClr val="accent1">
                    <a:lumMod val="75000"/>
                  </a:schemeClr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Funsearch</a:t>
            </a:r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  <a:latin typeface="HarmonyOS Sans SC Medium" panose="00000600000000000000" pitchFamily="2" charset="-122"/>
                <a:ea typeface="HarmonyOS Sans SC Medium" panose="00000600000000000000" pitchFamily="2" charset="-122"/>
              </a:rPr>
              <a:t>：通过大语言模型的程序搜索的数学发现</a:t>
            </a:r>
          </a:p>
          <a:p>
            <a:pPr algn="ctr"/>
            <a:endParaRPr lang="zh-CN" altLang="en-US" sz="3600" b="1" dirty="0">
              <a:solidFill>
                <a:schemeClr val="accent1"/>
              </a:solidFill>
              <a:latin typeface="HarmonyOS Sans SC Medium" panose="00000600000000000000" pitchFamily="2" charset="-122"/>
              <a:ea typeface="HarmonyOS Sans SC Medium" panose="00000600000000000000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7E5632-668B-E958-B020-45813287BCA3}"/>
              </a:ext>
            </a:extLst>
          </p:cNvPr>
          <p:cNvSpPr txBox="1"/>
          <p:nvPr/>
        </p:nvSpPr>
        <p:spPr>
          <a:xfrm>
            <a:off x="5106095" y="4802826"/>
            <a:ext cx="1979802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b="1" dirty="0"/>
              <a:t>汇报人：郑旭尧</a:t>
            </a:r>
            <a:endParaRPr lang="en-US" altLang="zh-CN" sz="1600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B7A8B91-2537-9909-9B7C-5885509E13F0}"/>
              </a:ext>
            </a:extLst>
          </p:cNvPr>
          <p:cNvSpPr txBox="1"/>
          <p:nvPr/>
        </p:nvSpPr>
        <p:spPr>
          <a:xfrm>
            <a:off x="2166095" y="3846639"/>
            <a:ext cx="7859805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</a:rPr>
              <a:t>Romera-Paredes et al., </a:t>
            </a:r>
            <a:r>
              <a:rPr lang="zh-CN" altLang="zh-CN" sz="2400" b="1" i="1" dirty="0">
                <a:solidFill>
                  <a:schemeClr val="accent1">
                    <a:lumMod val="75000"/>
                  </a:schemeClr>
                </a:solidFill>
              </a:rPr>
              <a:t>Nature</a:t>
            </a:r>
            <a:r>
              <a:rPr lang="zh-CN" altLang="zh-CN" sz="2400" b="1" dirty="0">
                <a:solidFill>
                  <a:schemeClr val="accent1">
                    <a:lumMod val="75000"/>
                  </a:schemeClr>
                </a:solidFill>
              </a:rPr>
              <a:t>, 625, 468-475 (2024)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7174C7C-86C5-9080-961F-694D4792CB0F}"/>
              </a:ext>
            </a:extLst>
          </p:cNvPr>
          <p:cNvSpPr/>
          <p:nvPr/>
        </p:nvSpPr>
        <p:spPr>
          <a:xfrm>
            <a:off x="0" y="477092"/>
            <a:ext cx="10939244" cy="184558"/>
          </a:xfrm>
          <a:prstGeom prst="rect">
            <a:avLst/>
          </a:prstGeom>
          <a:ln>
            <a:gradFill flip="none" rotWithShape="1">
              <a:gsLst>
                <a:gs pos="9000">
                  <a:schemeClr val="accent1">
                    <a:lumMod val="0"/>
                    <a:lumOff val="100000"/>
                  </a:schemeClr>
                </a:gs>
                <a:gs pos="35000">
                  <a:schemeClr val="accent1">
                    <a:lumMod val="0"/>
                    <a:lumOff val="100000"/>
                  </a:schemeClr>
                </a:gs>
                <a:gs pos="100000">
                  <a:schemeClr val="accent1">
                    <a:lumMod val="100000"/>
                  </a:schemeClr>
                </a:gs>
              </a:gsLst>
              <a:lin ang="2700000" scaled="1"/>
              <a:tileRect/>
            </a:gradFill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30266F-B344-E25D-F754-2C88BDA69FC8}"/>
              </a:ext>
            </a:extLst>
          </p:cNvPr>
          <p:cNvSpPr txBox="1"/>
          <p:nvPr/>
        </p:nvSpPr>
        <p:spPr>
          <a:xfrm>
            <a:off x="4293325" y="1609032"/>
            <a:ext cx="3605348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组会汇报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2026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年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9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月</a:t>
            </a:r>
            <a:r>
              <a:rPr lang="en-US" altLang="zh-CN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</a:t>
            </a:r>
            <a:r>
              <a:rPr lang="zh-CN" altLang="en-US" b="1" dirty="0">
                <a:solidFill>
                  <a:srgbClr val="C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2E9D37-6C9F-E98C-3122-8054849D2AC2}"/>
              </a:ext>
            </a:extLst>
          </p:cNvPr>
          <p:cNvSpPr/>
          <p:nvPr/>
        </p:nvSpPr>
        <p:spPr>
          <a:xfrm>
            <a:off x="1252756" y="6008280"/>
            <a:ext cx="10939244" cy="1845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AE163AE-ED3F-AEB5-349D-590CAEC9434C}"/>
              </a:ext>
            </a:extLst>
          </p:cNvPr>
          <p:cNvSpPr txBox="1"/>
          <p:nvPr/>
        </p:nvSpPr>
        <p:spPr>
          <a:xfrm>
            <a:off x="3831768" y="4366442"/>
            <a:ext cx="4528457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b="1" dirty="0"/>
              <a:t>DOI</a:t>
            </a:r>
            <a:r>
              <a:rPr lang="zh-CN" altLang="en-US" b="1" dirty="0"/>
              <a:t>：</a:t>
            </a:r>
            <a:r>
              <a:rPr lang="en-US" altLang="zh-CN" b="1" dirty="0"/>
              <a:t>10.1038/s41586-023-06924-6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791278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itle-marker-1">
            <a:extLst>
              <a:ext uri="{FF2B5EF4-FFF2-40B4-BE49-F238E27FC236}">
                <a16:creationId xmlns:a16="http://schemas.microsoft.com/office/drawing/2014/main" id="{D88C274D-493D-F512-E25A-7DEE1E7F19D4}"/>
              </a:ext>
            </a:extLst>
          </p:cNvPr>
          <p:cNvSpPr>
            <a:spLocks noGrp="1"/>
          </p:cNvSpPr>
          <p:nvPr/>
        </p:nvSpPr>
        <p:spPr>
          <a:xfrm>
            <a:off x="320040" y="365760"/>
            <a:ext cx="164592" cy="384048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83" name="title-marker-2">
            <a:extLst>
              <a:ext uri="{FF2B5EF4-FFF2-40B4-BE49-F238E27FC236}">
                <a16:creationId xmlns:a16="http://schemas.microsoft.com/office/drawing/2014/main" id="{5CA46F2B-B9B0-0AC3-A8DC-C09E2663FC38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73152" cy="384048"/>
          </a:xfrm>
          <a:prstGeom prst="rect">
            <a:avLst/>
          </a:prstGeom>
          <a:solidFill>
            <a:srgbClr val="2E5EA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84" name="slide-title">
            <a:extLst>
              <a:ext uri="{FF2B5EF4-FFF2-40B4-BE49-F238E27FC236}">
                <a16:creationId xmlns:a16="http://schemas.microsoft.com/office/drawing/2014/main" id="{C825BC3E-7D2B-04BD-98C4-3F386DB4902A}"/>
              </a:ext>
            </a:extLst>
          </p:cNvPr>
          <p:cNvSpPr>
            <a:spLocks noGrp="1"/>
          </p:cNvSpPr>
          <p:nvPr/>
        </p:nvSpPr>
        <p:spPr>
          <a:xfrm>
            <a:off x="868680" y="228600"/>
            <a:ext cx="108813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汇报安排</a:t>
            </a:r>
          </a:p>
        </p:txBody>
      </p:sp>
      <p:sp>
        <p:nvSpPr>
          <p:cNvPr id="185" name="Segmented Rule 01">
            <a:extLst>
              <a:ext uri="{FF2B5EF4-FFF2-40B4-BE49-F238E27FC236}">
                <a16:creationId xmlns:a16="http://schemas.microsoft.com/office/drawing/2014/main" id="{2F9BE008-8A35-F904-5B2E-8E8A8D957F8A}"/>
              </a:ext>
            </a:extLst>
          </p:cNvPr>
          <p:cNvSpPr>
            <a:spLocks noGrp="1"/>
          </p:cNvSpPr>
          <p:nvPr/>
        </p:nvSpPr>
        <p:spPr>
          <a:xfrm>
            <a:off x="320040" y="1051560"/>
            <a:ext cx="196596" cy="4572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86" name="Segmented Rule 02">
            <a:extLst>
              <a:ext uri="{FF2B5EF4-FFF2-40B4-BE49-F238E27FC236}">
                <a16:creationId xmlns:a16="http://schemas.microsoft.com/office/drawing/2014/main" id="{3A46B6EE-76A8-B2E3-9F3F-9190C7CC21A7}"/>
              </a:ext>
            </a:extLst>
          </p:cNvPr>
          <p:cNvSpPr>
            <a:spLocks noGrp="1"/>
          </p:cNvSpPr>
          <p:nvPr/>
        </p:nvSpPr>
        <p:spPr>
          <a:xfrm>
            <a:off x="512978" y="1051560"/>
            <a:ext cx="196596" cy="45720"/>
          </a:xfrm>
          <a:prstGeom prst="rect">
            <a:avLst/>
          </a:prstGeom>
          <a:solidFill>
            <a:srgbClr val="233B6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87" name="Segmented Rule 03">
            <a:extLst>
              <a:ext uri="{FF2B5EF4-FFF2-40B4-BE49-F238E27FC236}">
                <a16:creationId xmlns:a16="http://schemas.microsoft.com/office/drawing/2014/main" id="{98D1A612-28C5-A913-EB78-2066F5388D3D}"/>
              </a:ext>
            </a:extLst>
          </p:cNvPr>
          <p:cNvSpPr>
            <a:spLocks noGrp="1"/>
          </p:cNvSpPr>
          <p:nvPr/>
        </p:nvSpPr>
        <p:spPr>
          <a:xfrm>
            <a:off x="705917" y="1051560"/>
            <a:ext cx="196596" cy="45720"/>
          </a:xfrm>
          <a:prstGeom prst="rect">
            <a:avLst/>
          </a:prstGeom>
          <a:solidFill>
            <a:srgbClr val="273F6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88" name="Segmented Rule 04">
            <a:extLst>
              <a:ext uri="{FF2B5EF4-FFF2-40B4-BE49-F238E27FC236}">
                <a16:creationId xmlns:a16="http://schemas.microsoft.com/office/drawing/2014/main" id="{ED3DE6D7-0E72-1AC8-6B82-512F0999FD30}"/>
              </a:ext>
            </a:extLst>
          </p:cNvPr>
          <p:cNvSpPr>
            <a:spLocks noGrp="1"/>
          </p:cNvSpPr>
          <p:nvPr/>
        </p:nvSpPr>
        <p:spPr>
          <a:xfrm>
            <a:off x="898855" y="1051560"/>
            <a:ext cx="196596" cy="45720"/>
          </a:xfrm>
          <a:prstGeom prst="rect">
            <a:avLst/>
          </a:prstGeom>
          <a:solidFill>
            <a:srgbClr val="2A426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89" name="Segmented Rule 05">
            <a:extLst>
              <a:ext uri="{FF2B5EF4-FFF2-40B4-BE49-F238E27FC236}">
                <a16:creationId xmlns:a16="http://schemas.microsoft.com/office/drawing/2014/main" id="{68AB8FE7-36D1-90D2-8339-15F0ACD02240}"/>
              </a:ext>
            </a:extLst>
          </p:cNvPr>
          <p:cNvSpPr>
            <a:spLocks noGrp="1"/>
          </p:cNvSpPr>
          <p:nvPr/>
        </p:nvSpPr>
        <p:spPr>
          <a:xfrm>
            <a:off x="1091794" y="1051560"/>
            <a:ext cx="196596" cy="45720"/>
          </a:xfrm>
          <a:prstGeom prst="rect">
            <a:avLst/>
          </a:prstGeom>
          <a:solidFill>
            <a:srgbClr val="2E456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90" name="Segmented Rule 06">
            <a:extLst>
              <a:ext uri="{FF2B5EF4-FFF2-40B4-BE49-F238E27FC236}">
                <a16:creationId xmlns:a16="http://schemas.microsoft.com/office/drawing/2014/main" id="{9EFF449B-AEAB-CAD1-0FFE-618F4A39AB9C}"/>
              </a:ext>
            </a:extLst>
          </p:cNvPr>
          <p:cNvSpPr>
            <a:spLocks noGrp="1"/>
          </p:cNvSpPr>
          <p:nvPr/>
        </p:nvSpPr>
        <p:spPr>
          <a:xfrm>
            <a:off x="1284732" y="1051560"/>
            <a:ext cx="196596" cy="45720"/>
          </a:xfrm>
          <a:prstGeom prst="rect">
            <a:avLst/>
          </a:prstGeom>
          <a:solidFill>
            <a:srgbClr val="32497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91" name="Segmented Rule 07">
            <a:extLst>
              <a:ext uri="{FF2B5EF4-FFF2-40B4-BE49-F238E27FC236}">
                <a16:creationId xmlns:a16="http://schemas.microsoft.com/office/drawing/2014/main" id="{03C1EE49-5212-925F-E750-78D5F22358F4}"/>
              </a:ext>
            </a:extLst>
          </p:cNvPr>
          <p:cNvSpPr>
            <a:spLocks noGrp="1"/>
          </p:cNvSpPr>
          <p:nvPr/>
        </p:nvSpPr>
        <p:spPr>
          <a:xfrm>
            <a:off x="1477670" y="1051560"/>
            <a:ext cx="196596" cy="45720"/>
          </a:xfrm>
          <a:prstGeom prst="rect">
            <a:avLst/>
          </a:prstGeom>
          <a:solidFill>
            <a:srgbClr val="364C7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92" name="Segmented Rule 08">
            <a:extLst>
              <a:ext uri="{FF2B5EF4-FFF2-40B4-BE49-F238E27FC236}">
                <a16:creationId xmlns:a16="http://schemas.microsoft.com/office/drawing/2014/main" id="{922810BF-AE7C-B98E-D6C8-30735ADDB443}"/>
              </a:ext>
            </a:extLst>
          </p:cNvPr>
          <p:cNvSpPr>
            <a:spLocks noGrp="1"/>
          </p:cNvSpPr>
          <p:nvPr/>
        </p:nvSpPr>
        <p:spPr>
          <a:xfrm>
            <a:off x="1670609" y="1051560"/>
            <a:ext cx="196596" cy="45720"/>
          </a:xfrm>
          <a:prstGeom prst="rect">
            <a:avLst/>
          </a:prstGeom>
          <a:solidFill>
            <a:srgbClr val="3A507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93" name="Segmented Rule 09">
            <a:extLst>
              <a:ext uri="{FF2B5EF4-FFF2-40B4-BE49-F238E27FC236}">
                <a16:creationId xmlns:a16="http://schemas.microsoft.com/office/drawing/2014/main" id="{8993257D-8824-33B9-B826-B6F8BB74AB71}"/>
              </a:ext>
            </a:extLst>
          </p:cNvPr>
          <p:cNvSpPr>
            <a:spLocks noGrp="1"/>
          </p:cNvSpPr>
          <p:nvPr/>
        </p:nvSpPr>
        <p:spPr>
          <a:xfrm>
            <a:off x="1863547" y="1051560"/>
            <a:ext cx="196596" cy="45720"/>
          </a:xfrm>
          <a:prstGeom prst="rect">
            <a:avLst/>
          </a:prstGeom>
          <a:solidFill>
            <a:srgbClr val="3D537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94" name="Segmented Rule 10">
            <a:extLst>
              <a:ext uri="{FF2B5EF4-FFF2-40B4-BE49-F238E27FC236}">
                <a16:creationId xmlns:a16="http://schemas.microsoft.com/office/drawing/2014/main" id="{93DD22AC-A1FD-3FDA-8E41-F43A9FA52784}"/>
              </a:ext>
            </a:extLst>
          </p:cNvPr>
          <p:cNvSpPr>
            <a:spLocks noGrp="1"/>
          </p:cNvSpPr>
          <p:nvPr/>
        </p:nvSpPr>
        <p:spPr>
          <a:xfrm>
            <a:off x="2056486" y="1051560"/>
            <a:ext cx="196596" cy="45720"/>
          </a:xfrm>
          <a:prstGeom prst="rect">
            <a:avLst/>
          </a:prstGeom>
          <a:solidFill>
            <a:srgbClr val="41567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95" name="Segmented Rule 11">
            <a:extLst>
              <a:ext uri="{FF2B5EF4-FFF2-40B4-BE49-F238E27FC236}">
                <a16:creationId xmlns:a16="http://schemas.microsoft.com/office/drawing/2014/main" id="{22102AC3-0C7C-41D2-4426-A783E8B9468D}"/>
              </a:ext>
            </a:extLst>
          </p:cNvPr>
          <p:cNvSpPr>
            <a:spLocks noGrp="1"/>
          </p:cNvSpPr>
          <p:nvPr/>
        </p:nvSpPr>
        <p:spPr>
          <a:xfrm>
            <a:off x="2249424" y="1051560"/>
            <a:ext cx="196596" cy="45720"/>
          </a:xfrm>
          <a:prstGeom prst="rect">
            <a:avLst/>
          </a:prstGeom>
          <a:solidFill>
            <a:srgbClr val="455A7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96" name="Segmented Rule 12">
            <a:extLst>
              <a:ext uri="{FF2B5EF4-FFF2-40B4-BE49-F238E27FC236}">
                <a16:creationId xmlns:a16="http://schemas.microsoft.com/office/drawing/2014/main" id="{38D9D29B-649C-8B01-425B-BDDEBEF1B81A}"/>
              </a:ext>
            </a:extLst>
          </p:cNvPr>
          <p:cNvSpPr>
            <a:spLocks noGrp="1"/>
          </p:cNvSpPr>
          <p:nvPr/>
        </p:nvSpPr>
        <p:spPr>
          <a:xfrm>
            <a:off x="2442362" y="1051560"/>
            <a:ext cx="196596" cy="45720"/>
          </a:xfrm>
          <a:prstGeom prst="rect">
            <a:avLst/>
          </a:prstGeom>
          <a:solidFill>
            <a:srgbClr val="495D8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97" name="Segmented Rule 13">
            <a:extLst>
              <a:ext uri="{FF2B5EF4-FFF2-40B4-BE49-F238E27FC236}">
                <a16:creationId xmlns:a16="http://schemas.microsoft.com/office/drawing/2014/main" id="{9437DE76-4239-B880-3D34-730C7498818C}"/>
              </a:ext>
            </a:extLst>
          </p:cNvPr>
          <p:cNvSpPr>
            <a:spLocks noGrp="1"/>
          </p:cNvSpPr>
          <p:nvPr/>
        </p:nvSpPr>
        <p:spPr>
          <a:xfrm>
            <a:off x="2635301" y="1051560"/>
            <a:ext cx="196596" cy="45720"/>
          </a:xfrm>
          <a:prstGeom prst="rect">
            <a:avLst/>
          </a:prstGeom>
          <a:solidFill>
            <a:srgbClr val="4D608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98" name="Segmented Rule 14">
            <a:extLst>
              <a:ext uri="{FF2B5EF4-FFF2-40B4-BE49-F238E27FC236}">
                <a16:creationId xmlns:a16="http://schemas.microsoft.com/office/drawing/2014/main" id="{864E061C-817B-8948-BAA4-C5666DF63800}"/>
              </a:ext>
            </a:extLst>
          </p:cNvPr>
          <p:cNvSpPr>
            <a:spLocks noGrp="1"/>
          </p:cNvSpPr>
          <p:nvPr/>
        </p:nvSpPr>
        <p:spPr>
          <a:xfrm>
            <a:off x="2828239" y="1051560"/>
            <a:ext cx="196596" cy="45720"/>
          </a:xfrm>
          <a:prstGeom prst="rect">
            <a:avLst/>
          </a:prstGeom>
          <a:solidFill>
            <a:srgbClr val="50648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199" name="Segmented Rule 15">
            <a:extLst>
              <a:ext uri="{FF2B5EF4-FFF2-40B4-BE49-F238E27FC236}">
                <a16:creationId xmlns:a16="http://schemas.microsoft.com/office/drawing/2014/main" id="{92D031CE-ABD6-D10A-D4B4-709E9841E681}"/>
              </a:ext>
            </a:extLst>
          </p:cNvPr>
          <p:cNvSpPr>
            <a:spLocks noGrp="1"/>
          </p:cNvSpPr>
          <p:nvPr/>
        </p:nvSpPr>
        <p:spPr>
          <a:xfrm>
            <a:off x="3021178" y="1051560"/>
            <a:ext cx="196596" cy="45720"/>
          </a:xfrm>
          <a:prstGeom prst="rect">
            <a:avLst/>
          </a:prstGeom>
          <a:solidFill>
            <a:srgbClr val="54678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00" name="Segmented Rule 16">
            <a:extLst>
              <a:ext uri="{FF2B5EF4-FFF2-40B4-BE49-F238E27FC236}">
                <a16:creationId xmlns:a16="http://schemas.microsoft.com/office/drawing/2014/main" id="{F9BDCC51-4043-72CE-08EE-7742102C4D9A}"/>
              </a:ext>
            </a:extLst>
          </p:cNvPr>
          <p:cNvSpPr>
            <a:spLocks noGrp="1"/>
          </p:cNvSpPr>
          <p:nvPr/>
        </p:nvSpPr>
        <p:spPr>
          <a:xfrm>
            <a:off x="3214116" y="1051560"/>
            <a:ext cx="196596" cy="45720"/>
          </a:xfrm>
          <a:prstGeom prst="rect">
            <a:avLst/>
          </a:prstGeom>
          <a:solidFill>
            <a:srgbClr val="586B8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01" name="Segmented Rule 17">
            <a:extLst>
              <a:ext uri="{FF2B5EF4-FFF2-40B4-BE49-F238E27FC236}">
                <a16:creationId xmlns:a16="http://schemas.microsoft.com/office/drawing/2014/main" id="{A1E8F4CE-86F3-5B86-D305-3D2333A5A8EE}"/>
              </a:ext>
            </a:extLst>
          </p:cNvPr>
          <p:cNvSpPr>
            <a:spLocks noGrp="1"/>
          </p:cNvSpPr>
          <p:nvPr/>
        </p:nvSpPr>
        <p:spPr>
          <a:xfrm>
            <a:off x="3407054" y="1051560"/>
            <a:ext cx="196596" cy="45720"/>
          </a:xfrm>
          <a:prstGeom prst="rect">
            <a:avLst/>
          </a:prstGeom>
          <a:solidFill>
            <a:srgbClr val="5C6E8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02" name="Segmented Rule 18">
            <a:extLst>
              <a:ext uri="{FF2B5EF4-FFF2-40B4-BE49-F238E27FC236}">
                <a16:creationId xmlns:a16="http://schemas.microsoft.com/office/drawing/2014/main" id="{83D2D60F-6D0F-CDDB-B131-2FAC0DDA62EE}"/>
              </a:ext>
            </a:extLst>
          </p:cNvPr>
          <p:cNvSpPr>
            <a:spLocks noGrp="1"/>
          </p:cNvSpPr>
          <p:nvPr/>
        </p:nvSpPr>
        <p:spPr>
          <a:xfrm>
            <a:off x="3599993" y="1051560"/>
            <a:ext cx="196596" cy="45720"/>
          </a:xfrm>
          <a:prstGeom prst="rect">
            <a:avLst/>
          </a:prstGeom>
          <a:solidFill>
            <a:srgbClr val="60719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03" name="Segmented Rule 19">
            <a:extLst>
              <a:ext uri="{FF2B5EF4-FFF2-40B4-BE49-F238E27FC236}">
                <a16:creationId xmlns:a16="http://schemas.microsoft.com/office/drawing/2014/main" id="{E85F8A3D-2618-7765-60B0-3FD0CA277451}"/>
              </a:ext>
            </a:extLst>
          </p:cNvPr>
          <p:cNvSpPr>
            <a:spLocks noGrp="1"/>
          </p:cNvSpPr>
          <p:nvPr/>
        </p:nvSpPr>
        <p:spPr>
          <a:xfrm>
            <a:off x="3792931" y="1051560"/>
            <a:ext cx="196596" cy="45720"/>
          </a:xfrm>
          <a:prstGeom prst="rect">
            <a:avLst/>
          </a:prstGeom>
          <a:solidFill>
            <a:srgbClr val="63759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04" name="Segmented Rule 20">
            <a:extLst>
              <a:ext uri="{FF2B5EF4-FFF2-40B4-BE49-F238E27FC236}">
                <a16:creationId xmlns:a16="http://schemas.microsoft.com/office/drawing/2014/main" id="{E0E749AE-1EC0-7E27-6E28-9D30BBF07DA1}"/>
              </a:ext>
            </a:extLst>
          </p:cNvPr>
          <p:cNvSpPr>
            <a:spLocks noGrp="1"/>
          </p:cNvSpPr>
          <p:nvPr/>
        </p:nvSpPr>
        <p:spPr>
          <a:xfrm>
            <a:off x="3985870" y="1051560"/>
            <a:ext cx="196596" cy="45720"/>
          </a:xfrm>
          <a:prstGeom prst="rect">
            <a:avLst/>
          </a:prstGeom>
          <a:solidFill>
            <a:srgbClr val="67789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05" name="Segmented Rule 21">
            <a:extLst>
              <a:ext uri="{FF2B5EF4-FFF2-40B4-BE49-F238E27FC236}">
                <a16:creationId xmlns:a16="http://schemas.microsoft.com/office/drawing/2014/main" id="{F511DE98-7FAB-23AE-498A-545C6F7B823C}"/>
              </a:ext>
            </a:extLst>
          </p:cNvPr>
          <p:cNvSpPr>
            <a:spLocks noGrp="1"/>
          </p:cNvSpPr>
          <p:nvPr/>
        </p:nvSpPr>
        <p:spPr>
          <a:xfrm>
            <a:off x="4178808" y="1051560"/>
            <a:ext cx="196596" cy="45720"/>
          </a:xfrm>
          <a:prstGeom prst="rect">
            <a:avLst/>
          </a:prstGeom>
          <a:solidFill>
            <a:srgbClr val="6B7B9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06" name="Segmented Rule 22">
            <a:extLst>
              <a:ext uri="{FF2B5EF4-FFF2-40B4-BE49-F238E27FC236}">
                <a16:creationId xmlns:a16="http://schemas.microsoft.com/office/drawing/2014/main" id="{D70F842A-246B-6F95-AB98-52DB1654CE57}"/>
              </a:ext>
            </a:extLst>
          </p:cNvPr>
          <p:cNvSpPr>
            <a:spLocks noGrp="1"/>
          </p:cNvSpPr>
          <p:nvPr/>
        </p:nvSpPr>
        <p:spPr>
          <a:xfrm>
            <a:off x="4371746" y="1051560"/>
            <a:ext cx="196596" cy="45720"/>
          </a:xfrm>
          <a:prstGeom prst="rect">
            <a:avLst/>
          </a:prstGeom>
          <a:solidFill>
            <a:srgbClr val="6F7F9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07" name="Segmented Rule 23">
            <a:extLst>
              <a:ext uri="{FF2B5EF4-FFF2-40B4-BE49-F238E27FC236}">
                <a16:creationId xmlns:a16="http://schemas.microsoft.com/office/drawing/2014/main" id="{BCCC95E1-407C-DED5-0899-4B3FE9CA2925}"/>
              </a:ext>
            </a:extLst>
          </p:cNvPr>
          <p:cNvSpPr>
            <a:spLocks noGrp="1"/>
          </p:cNvSpPr>
          <p:nvPr/>
        </p:nvSpPr>
        <p:spPr>
          <a:xfrm>
            <a:off x="4564685" y="1051560"/>
            <a:ext cx="196596" cy="45720"/>
          </a:xfrm>
          <a:prstGeom prst="rect">
            <a:avLst/>
          </a:prstGeom>
          <a:solidFill>
            <a:srgbClr val="73829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08" name="Segmented Rule 24">
            <a:extLst>
              <a:ext uri="{FF2B5EF4-FFF2-40B4-BE49-F238E27FC236}">
                <a16:creationId xmlns:a16="http://schemas.microsoft.com/office/drawing/2014/main" id="{078FB17A-D9F6-54BB-76F9-2160E857328B}"/>
              </a:ext>
            </a:extLst>
          </p:cNvPr>
          <p:cNvSpPr>
            <a:spLocks noGrp="1"/>
          </p:cNvSpPr>
          <p:nvPr/>
        </p:nvSpPr>
        <p:spPr>
          <a:xfrm>
            <a:off x="4757623" y="1051560"/>
            <a:ext cx="196596" cy="45720"/>
          </a:xfrm>
          <a:prstGeom prst="rect">
            <a:avLst/>
          </a:prstGeom>
          <a:solidFill>
            <a:srgbClr val="7686A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09" name="Segmented Rule 25">
            <a:extLst>
              <a:ext uri="{FF2B5EF4-FFF2-40B4-BE49-F238E27FC236}">
                <a16:creationId xmlns:a16="http://schemas.microsoft.com/office/drawing/2014/main" id="{B4AD8356-249D-FBCA-E92F-1A45DF130AD8}"/>
              </a:ext>
            </a:extLst>
          </p:cNvPr>
          <p:cNvSpPr>
            <a:spLocks noGrp="1"/>
          </p:cNvSpPr>
          <p:nvPr/>
        </p:nvSpPr>
        <p:spPr>
          <a:xfrm>
            <a:off x="4950562" y="1051560"/>
            <a:ext cx="196596" cy="45720"/>
          </a:xfrm>
          <a:prstGeom prst="rect">
            <a:avLst/>
          </a:prstGeom>
          <a:solidFill>
            <a:srgbClr val="7A89A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10" name="Segmented Rule 26">
            <a:extLst>
              <a:ext uri="{FF2B5EF4-FFF2-40B4-BE49-F238E27FC236}">
                <a16:creationId xmlns:a16="http://schemas.microsoft.com/office/drawing/2014/main" id="{C3070E98-949D-0EFE-D8C2-930568123ED8}"/>
              </a:ext>
            </a:extLst>
          </p:cNvPr>
          <p:cNvSpPr>
            <a:spLocks noGrp="1"/>
          </p:cNvSpPr>
          <p:nvPr/>
        </p:nvSpPr>
        <p:spPr>
          <a:xfrm>
            <a:off x="5143500" y="1051560"/>
            <a:ext cx="196596" cy="45720"/>
          </a:xfrm>
          <a:prstGeom prst="rect">
            <a:avLst/>
          </a:prstGeom>
          <a:solidFill>
            <a:srgbClr val="7E8CA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11" name="Segmented Rule 27">
            <a:extLst>
              <a:ext uri="{FF2B5EF4-FFF2-40B4-BE49-F238E27FC236}">
                <a16:creationId xmlns:a16="http://schemas.microsoft.com/office/drawing/2014/main" id="{8577FCAC-7820-F3C3-0D3F-5572C90BBC39}"/>
              </a:ext>
            </a:extLst>
          </p:cNvPr>
          <p:cNvSpPr>
            <a:spLocks noGrp="1"/>
          </p:cNvSpPr>
          <p:nvPr/>
        </p:nvSpPr>
        <p:spPr>
          <a:xfrm>
            <a:off x="5336438" y="1051560"/>
            <a:ext cx="196596" cy="45720"/>
          </a:xfrm>
          <a:prstGeom prst="rect">
            <a:avLst/>
          </a:prstGeom>
          <a:solidFill>
            <a:srgbClr val="8290A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12" name="Segmented Rule 28">
            <a:extLst>
              <a:ext uri="{FF2B5EF4-FFF2-40B4-BE49-F238E27FC236}">
                <a16:creationId xmlns:a16="http://schemas.microsoft.com/office/drawing/2014/main" id="{9E210BDD-6DE6-DD6A-3957-E854615D3045}"/>
              </a:ext>
            </a:extLst>
          </p:cNvPr>
          <p:cNvSpPr>
            <a:spLocks noGrp="1"/>
          </p:cNvSpPr>
          <p:nvPr/>
        </p:nvSpPr>
        <p:spPr>
          <a:xfrm>
            <a:off x="5529377" y="1051560"/>
            <a:ext cx="196596" cy="45720"/>
          </a:xfrm>
          <a:prstGeom prst="rect">
            <a:avLst/>
          </a:prstGeom>
          <a:solidFill>
            <a:srgbClr val="8693A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13" name="Segmented Rule 29">
            <a:extLst>
              <a:ext uri="{FF2B5EF4-FFF2-40B4-BE49-F238E27FC236}">
                <a16:creationId xmlns:a16="http://schemas.microsoft.com/office/drawing/2014/main" id="{7AE53261-411B-7C5E-2642-898F95098AB9}"/>
              </a:ext>
            </a:extLst>
          </p:cNvPr>
          <p:cNvSpPr>
            <a:spLocks noGrp="1"/>
          </p:cNvSpPr>
          <p:nvPr/>
        </p:nvSpPr>
        <p:spPr>
          <a:xfrm>
            <a:off x="5722315" y="1051560"/>
            <a:ext cx="196596" cy="45720"/>
          </a:xfrm>
          <a:prstGeom prst="rect">
            <a:avLst/>
          </a:prstGeom>
          <a:solidFill>
            <a:srgbClr val="8996A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14" name="Segmented Rule 30">
            <a:extLst>
              <a:ext uri="{FF2B5EF4-FFF2-40B4-BE49-F238E27FC236}">
                <a16:creationId xmlns:a16="http://schemas.microsoft.com/office/drawing/2014/main" id="{4B43AF22-3D05-F1AD-83B0-36F1F36AA0E2}"/>
              </a:ext>
            </a:extLst>
          </p:cNvPr>
          <p:cNvSpPr>
            <a:spLocks noGrp="1"/>
          </p:cNvSpPr>
          <p:nvPr/>
        </p:nvSpPr>
        <p:spPr>
          <a:xfrm>
            <a:off x="5915254" y="1051560"/>
            <a:ext cx="196596" cy="45720"/>
          </a:xfrm>
          <a:prstGeom prst="rect">
            <a:avLst/>
          </a:prstGeom>
          <a:solidFill>
            <a:srgbClr val="8D9AB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15" name="Segmented Rule 31">
            <a:extLst>
              <a:ext uri="{FF2B5EF4-FFF2-40B4-BE49-F238E27FC236}">
                <a16:creationId xmlns:a16="http://schemas.microsoft.com/office/drawing/2014/main" id="{E97E5DD1-6D80-E097-7259-BF1D4A440FBD}"/>
              </a:ext>
            </a:extLst>
          </p:cNvPr>
          <p:cNvSpPr>
            <a:spLocks noGrp="1"/>
          </p:cNvSpPr>
          <p:nvPr/>
        </p:nvSpPr>
        <p:spPr>
          <a:xfrm>
            <a:off x="6108192" y="1051560"/>
            <a:ext cx="196596" cy="45720"/>
          </a:xfrm>
          <a:prstGeom prst="rect">
            <a:avLst/>
          </a:prstGeom>
          <a:solidFill>
            <a:srgbClr val="919DB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16" name="Segmented Rule 32">
            <a:extLst>
              <a:ext uri="{FF2B5EF4-FFF2-40B4-BE49-F238E27FC236}">
                <a16:creationId xmlns:a16="http://schemas.microsoft.com/office/drawing/2014/main" id="{B7313809-9751-7EF0-E071-F3DEF1D5EA6E}"/>
              </a:ext>
            </a:extLst>
          </p:cNvPr>
          <p:cNvSpPr>
            <a:spLocks noGrp="1"/>
          </p:cNvSpPr>
          <p:nvPr/>
        </p:nvSpPr>
        <p:spPr>
          <a:xfrm>
            <a:off x="6301130" y="1051560"/>
            <a:ext cx="196596" cy="45720"/>
          </a:xfrm>
          <a:prstGeom prst="rect">
            <a:avLst/>
          </a:prstGeom>
          <a:solidFill>
            <a:srgbClr val="95A1B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17" name="Segmented Rule 33">
            <a:extLst>
              <a:ext uri="{FF2B5EF4-FFF2-40B4-BE49-F238E27FC236}">
                <a16:creationId xmlns:a16="http://schemas.microsoft.com/office/drawing/2014/main" id="{EB4157D7-9EC6-B9A2-FA97-36FDCFB18DA0}"/>
              </a:ext>
            </a:extLst>
          </p:cNvPr>
          <p:cNvSpPr>
            <a:spLocks noGrp="1"/>
          </p:cNvSpPr>
          <p:nvPr/>
        </p:nvSpPr>
        <p:spPr>
          <a:xfrm>
            <a:off x="6494069" y="1051560"/>
            <a:ext cx="196596" cy="45720"/>
          </a:xfrm>
          <a:prstGeom prst="rect">
            <a:avLst/>
          </a:prstGeom>
          <a:solidFill>
            <a:srgbClr val="98A4B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18" name="Segmented Rule 34">
            <a:extLst>
              <a:ext uri="{FF2B5EF4-FFF2-40B4-BE49-F238E27FC236}">
                <a16:creationId xmlns:a16="http://schemas.microsoft.com/office/drawing/2014/main" id="{E3642F8C-D927-74F7-33D4-D01F6210FF7E}"/>
              </a:ext>
            </a:extLst>
          </p:cNvPr>
          <p:cNvSpPr>
            <a:spLocks noGrp="1"/>
          </p:cNvSpPr>
          <p:nvPr/>
        </p:nvSpPr>
        <p:spPr>
          <a:xfrm>
            <a:off x="6687007" y="1051560"/>
            <a:ext cx="196596" cy="45720"/>
          </a:xfrm>
          <a:prstGeom prst="rect">
            <a:avLst/>
          </a:prstGeom>
          <a:solidFill>
            <a:srgbClr val="9CA7B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19" name="Segmented Rule 35">
            <a:extLst>
              <a:ext uri="{FF2B5EF4-FFF2-40B4-BE49-F238E27FC236}">
                <a16:creationId xmlns:a16="http://schemas.microsoft.com/office/drawing/2014/main" id="{9336939C-4434-11A0-B60F-1D9B4E710F8A}"/>
              </a:ext>
            </a:extLst>
          </p:cNvPr>
          <p:cNvSpPr>
            <a:spLocks noGrp="1"/>
          </p:cNvSpPr>
          <p:nvPr/>
        </p:nvSpPr>
        <p:spPr>
          <a:xfrm>
            <a:off x="6879946" y="1051560"/>
            <a:ext cx="196596" cy="45720"/>
          </a:xfrm>
          <a:prstGeom prst="rect">
            <a:avLst/>
          </a:prstGeom>
          <a:solidFill>
            <a:srgbClr val="A0ABB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20" name="Segmented Rule 36">
            <a:extLst>
              <a:ext uri="{FF2B5EF4-FFF2-40B4-BE49-F238E27FC236}">
                <a16:creationId xmlns:a16="http://schemas.microsoft.com/office/drawing/2014/main" id="{F42A61E5-55A4-C859-B896-B9C5FD7B965C}"/>
              </a:ext>
            </a:extLst>
          </p:cNvPr>
          <p:cNvSpPr>
            <a:spLocks noGrp="1"/>
          </p:cNvSpPr>
          <p:nvPr/>
        </p:nvSpPr>
        <p:spPr>
          <a:xfrm>
            <a:off x="7072884" y="1051560"/>
            <a:ext cx="196596" cy="45720"/>
          </a:xfrm>
          <a:prstGeom prst="rect">
            <a:avLst/>
          </a:prstGeom>
          <a:solidFill>
            <a:srgbClr val="A4AEC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21" name="Segmented Rule 37">
            <a:extLst>
              <a:ext uri="{FF2B5EF4-FFF2-40B4-BE49-F238E27FC236}">
                <a16:creationId xmlns:a16="http://schemas.microsoft.com/office/drawing/2014/main" id="{30A2D82A-CC79-B663-6120-F4CC6AED6770}"/>
              </a:ext>
            </a:extLst>
          </p:cNvPr>
          <p:cNvSpPr>
            <a:spLocks noGrp="1"/>
          </p:cNvSpPr>
          <p:nvPr/>
        </p:nvSpPr>
        <p:spPr>
          <a:xfrm>
            <a:off x="7265822" y="1051560"/>
            <a:ext cx="196596" cy="45720"/>
          </a:xfrm>
          <a:prstGeom prst="rect">
            <a:avLst/>
          </a:prstGeom>
          <a:solidFill>
            <a:srgbClr val="A8B1C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22" name="Segmented Rule 38">
            <a:extLst>
              <a:ext uri="{FF2B5EF4-FFF2-40B4-BE49-F238E27FC236}">
                <a16:creationId xmlns:a16="http://schemas.microsoft.com/office/drawing/2014/main" id="{7E4F5AB2-D631-BB8C-6DD6-9D372F133A46}"/>
              </a:ext>
            </a:extLst>
          </p:cNvPr>
          <p:cNvSpPr>
            <a:spLocks noGrp="1"/>
          </p:cNvSpPr>
          <p:nvPr/>
        </p:nvSpPr>
        <p:spPr>
          <a:xfrm>
            <a:off x="7458761" y="1051560"/>
            <a:ext cx="196596" cy="45720"/>
          </a:xfrm>
          <a:prstGeom prst="rect">
            <a:avLst/>
          </a:prstGeom>
          <a:solidFill>
            <a:srgbClr val="ABB5C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23" name="Segmented Rule 39">
            <a:extLst>
              <a:ext uri="{FF2B5EF4-FFF2-40B4-BE49-F238E27FC236}">
                <a16:creationId xmlns:a16="http://schemas.microsoft.com/office/drawing/2014/main" id="{B81ADAC5-0EE6-3031-477A-4A88EDE5B33D}"/>
              </a:ext>
            </a:extLst>
          </p:cNvPr>
          <p:cNvSpPr>
            <a:spLocks noGrp="1"/>
          </p:cNvSpPr>
          <p:nvPr/>
        </p:nvSpPr>
        <p:spPr>
          <a:xfrm>
            <a:off x="7651699" y="1051560"/>
            <a:ext cx="196596" cy="45720"/>
          </a:xfrm>
          <a:prstGeom prst="rect">
            <a:avLst/>
          </a:prstGeom>
          <a:solidFill>
            <a:srgbClr val="AFB8C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24" name="Segmented Rule 40">
            <a:extLst>
              <a:ext uri="{FF2B5EF4-FFF2-40B4-BE49-F238E27FC236}">
                <a16:creationId xmlns:a16="http://schemas.microsoft.com/office/drawing/2014/main" id="{37855CAF-C427-0AEE-7976-2EFFD755F1EE}"/>
              </a:ext>
            </a:extLst>
          </p:cNvPr>
          <p:cNvSpPr>
            <a:spLocks noGrp="1"/>
          </p:cNvSpPr>
          <p:nvPr/>
        </p:nvSpPr>
        <p:spPr>
          <a:xfrm>
            <a:off x="7844638" y="1051560"/>
            <a:ext cx="196596" cy="45720"/>
          </a:xfrm>
          <a:prstGeom prst="rect">
            <a:avLst/>
          </a:prstGeom>
          <a:solidFill>
            <a:srgbClr val="B3BCC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25" name="Segmented Rule 41">
            <a:extLst>
              <a:ext uri="{FF2B5EF4-FFF2-40B4-BE49-F238E27FC236}">
                <a16:creationId xmlns:a16="http://schemas.microsoft.com/office/drawing/2014/main" id="{36EA3387-DFBC-9B38-BCC0-289B15DAB866}"/>
              </a:ext>
            </a:extLst>
          </p:cNvPr>
          <p:cNvSpPr>
            <a:spLocks noGrp="1"/>
          </p:cNvSpPr>
          <p:nvPr/>
        </p:nvSpPr>
        <p:spPr>
          <a:xfrm>
            <a:off x="8037576" y="1051560"/>
            <a:ext cx="196596" cy="45720"/>
          </a:xfrm>
          <a:prstGeom prst="rect">
            <a:avLst/>
          </a:prstGeom>
          <a:solidFill>
            <a:srgbClr val="B7BFC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26" name="Segmented Rule 42">
            <a:extLst>
              <a:ext uri="{FF2B5EF4-FFF2-40B4-BE49-F238E27FC236}">
                <a16:creationId xmlns:a16="http://schemas.microsoft.com/office/drawing/2014/main" id="{D7D258D8-2BCE-BF64-0D41-143EE1E24B0C}"/>
              </a:ext>
            </a:extLst>
          </p:cNvPr>
          <p:cNvSpPr>
            <a:spLocks noGrp="1"/>
          </p:cNvSpPr>
          <p:nvPr/>
        </p:nvSpPr>
        <p:spPr>
          <a:xfrm>
            <a:off x="8230514" y="1051560"/>
            <a:ext cx="196596" cy="45720"/>
          </a:xfrm>
          <a:prstGeom prst="rect">
            <a:avLst/>
          </a:prstGeom>
          <a:solidFill>
            <a:srgbClr val="BBC2D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27" name="Segmented Rule 43">
            <a:extLst>
              <a:ext uri="{FF2B5EF4-FFF2-40B4-BE49-F238E27FC236}">
                <a16:creationId xmlns:a16="http://schemas.microsoft.com/office/drawing/2014/main" id="{4B09DD18-167A-74EF-1EA3-AF42CB92618C}"/>
              </a:ext>
            </a:extLst>
          </p:cNvPr>
          <p:cNvSpPr>
            <a:spLocks noGrp="1"/>
          </p:cNvSpPr>
          <p:nvPr/>
        </p:nvSpPr>
        <p:spPr>
          <a:xfrm>
            <a:off x="8423453" y="1051560"/>
            <a:ext cx="196596" cy="45720"/>
          </a:xfrm>
          <a:prstGeom prst="rect">
            <a:avLst/>
          </a:prstGeom>
          <a:solidFill>
            <a:srgbClr val="BEC6D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28" name="Segmented Rule 44">
            <a:extLst>
              <a:ext uri="{FF2B5EF4-FFF2-40B4-BE49-F238E27FC236}">
                <a16:creationId xmlns:a16="http://schemas.microsoft.com/office/drawing/2014/main" id="{D774C637-8895-578A-94FC-3B9AF45C77E9}"/>
              </a:ext>
            </a:extLst>
          </p:cNvPr>
          <p:cNvSpPr>
            <a:spLocks noGrp="1"/>
          </p:cNvSpPr>
          <p:nvPr/>
        </p:nvSpPr>
        <p:spPr>
          <a:xfrm>
            <a:off x="8616391" y="1051560"/>
            <a:ext cx="196596" cy="45720"/>
          </a:xfrm>
          <a:prstGeom prst="rect">
            <a:avLst/>
          </a:prstGeom>
          <a:solidFill>
            <a:srgbClr val="C2C9D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29" name="Segmented Rule 45">
            <a:extLst>
              <a:ext uri="{FF2B5EF4-FFF2-40B4-BE49-F238E27FC236}">
                <a16:creationId xmlns:a16="http://schemas.microsoft.com/office/drawing/2014/main" id="{D6F21A40-B310-3709-70DC-868A09677487}"/>
              </a:ext>
            </a:extLst>
          </p:cNvPr>
          <p:cNvSpPr>
            <a:spLocks noGrp="1"/>
          </p:cNvSpPr>
          <p:nvPr/>
        </p:nvSpPr>
        <p:spPr>
          <a:xfrm>
            <a:off x="8809330" y="1051560"/>
            <a:ext cx="196596" cy="45720"/>
          </a:xfrm>
          <a:prstGeom prst="rect">
            <a:avLst/>
          </a:prstGeom>
          <a:solidFill>
            <a:srgbClr val="C6CCD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0" name="Segmented Rule 46">
            <a:extLst>
              <a:ext uri="{FF2B5EF4-FFF2-40B4-BE49-F238E27FC236}">
                <a16:creationId xmlns:a16="http://schemas.microsoft.com/office/drawing/2014/main" id="{828594D6-B9BD-CDEE-BF5B-F902AB0C2B8B}"/>
              </a:ext>
            </a:extLst>
          </p:cNvPr>
          <p:cNvSpPr>
            <a:spLocks noGrp="1"/>
          </p:cNvSpPr>
          <p:nvPr/>
        </p:nvSpPr>
        <p:spPr>
          <a:xfrm>
            <a:off x="9002268" y="1051560"/>
            <a:ext cx="196596" cy="45720"/>
          </a:xfrm>
          <a:prstGeom prst="rect">
            <a:avLst/>
          </a:prstGeom>
          <a:solidFill>
            <a:srgbClr val="CAD0D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1" name="Segmented Rule 47">
            <a:extLst>
              <a:ext uri="{FF2B5EF4-FFF2-40B4-BE49-F238E27FC236}">
                <a16:creationId xmlns:a16="http://schemas.microsoft.com/office/drawing/2014/main" id="{AAC7FE19-82BE-FD46-2CD1-114843C1C9DA}"/>
              </a:ext>
            </a:extLst>
          </p:cNvPr>
          <p:cNvSpPr>
            <a:spLocks noGrp="1"/>
          </p:cNvSpPr>
          <p:nvPr/>
        </p:nvSpPr>
        <p:spPr>
          <a:xfrm>
            <a:off x="9195206" y="1051560"/>
            <a:ext cx="196596" cy="45720"/>
          </a:xfrm>
          <a:prstGeom prst="rect">
            <a:avLst/>
          </a:prstGeom>
          <a:solidFill>
            <a:srgbClr val="CED3D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2" name="Segmented Rule 48">
            <a:extLst>
              <a:ext uri="{FF2B5EF4-FFF2-40B4-BE49-F238E27FC236}">
                <a16:creationId xmlns:a16="http://schemas.microsoft.com/office/drawing/2014/main" id="{4376A1B8-BE48-C617-11BD-9C4245D4CF07}"/>
              </a:ext>
            </a:extLst>
          </p:cNvPr>
          <p:cNvSpPr>
            <a:spLocks noGrp="1"/>
          </p:cNvSpPr>
          <p:nvPr/>
        </p:nvSpPr>
        <p:spPr>
          <a:xfrm>
            <a:off x="9388145" y="1051560"/>
            <a:ext cx="196596" cy="45720"/>
          </a:xfrm>
          <a:prstGeom prst="rect">
            <a:avLst/>
          </a:prstGeom>
          <a:solidFill>
            <a:srgbClr val="D1D7D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3" name="Segmented Rule 49">
            <a:extLst>
              <a:ext uri="{FF2B5EF4-FFF2-40B4-BE49-F238E27FC236}">
                <a16:creationId xmlns:a16="http://schemas.microsoft.com/office/drawing/2014/main" id="{8532F284-1F66-E55E-2C92-866ACD72BBA3}"/>
              </a:ext>
            </a:extLst>
          </p:cNvPr>
          <p:cNvSpPr>
            <a:spLocks noGrp="1"/>
          </p:cNvSpPr>
          <p:nvPr/>
        </p:nvSpPr>
        <p:spPr>
          <a:xfrm>
            <a:off x="9581083" y="1051560"/>
            <a:ext cx="196596" cy="45720"/>
          </a:xfrm>
          <a:prstGeom prst="rect">
            <a:avLst/>
          </a:prstGeom>
          <a:solidFill>
            <a:srgbClr val="D5DAE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4" name="Segmented Rule 50">
            <a:extLst>
              <a:ext uri="{FF2B5EF4-FFF2-40B4-BE49-F238E27FC236}">
                <a16:creationId xmlns:a16="http://schemas.microsoft.com/office/drawing/2014/main" id="{44A3D8DA-54D1-FE3A-9719-A49348E2B73D}"/>
              </a:ext>
            </a:extLst>
          </p:cNvPr>
          <p:cNvSpPr>
            <a:spLocks noGrp="1"/>
          </p:cNvSpPr>
          <p:nvPr/>
        </p:nvSpPr>
        <p:spPr>
          <a:xfrm>
            <a:off x="9774022" y="1051560"/>
            <a:ext cx="196596" cy="45720"/>
          </a:xfrm>
          <a:prstGeom prst="rect">
            <a:avLst/>
          </a:prstGeom>
          <a:solidFill>
            <a:srgbClr val="D9DDE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5" name="Segmented Rule 51">
            <a:extLst>
              <a:ext uri="{FF2B5EF4-FFF2-40B4-BE49-F238E27FC236}">
                <a16:creationId xmlns:a16="http://schemas.microsoft.com/office/drawing/2014/main" id="{F161BBBF-13B0-9E9F-3CAC-DBC7E9F8D601}"/>
              </a:ext>
            </a:extLst>
          </p:cNvPr>
          <p:cNvSpPr>
            <a:spLocks noGrp="1"/>
          </p:cNvSpPr>
          <p:nvPr/>
        </p:nvSpPr>
        <p:spPr>
          <a:xfrm>
            <a:off x="9966960" y="1051560"/>
            <a:ext cx="196596" cy="45720"/>
          </a:xfrm>
          <a:prstGeom prst="rect">
            <a:avLst/>
          </a:prstGeom>
          <a:solidFill>
            <a:srgbClr val="DDE1E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6" name="Segmented Rule 52">
            <a:extLst>
              <a:ext uri="{FF2B5EF4-FFF2-40B4-BE49-F238E27FC236}">
                <a16:creationId xmlns:a16="http://schemas.microsoft.com/office/drawing/2014/main" id="{713EB91E-8221-681E-2DA8-2D0A461967D3}"/>
              </a:ext>
            </a:extLst>
          </p:cNvPr>
          <p:cNvSpPr>
            <a:spLocks noGrp="1"/>
          </p:cNvSpPr>
          <p:nvPr/>
        </p:nvSpPr>
        <p:spPr>
          <a:xfrm>
            <a:off x="10159898" y="1051560"/>
            <a:ext cx="196596" cy="45720"/>
          </a:xfrm>
          <a:prstGeom prst="rect">
            <a:avLst/>
          </a:prstGeom>
          <a:solidFill>
            <a:srgbClr val="E1E4E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7" name="Segmented Rule 53">
            <a:extLst>
              <a:ext uri="{FF2B5EF4-FFF2-40B4-BE49-F238E27FC236}">
                <a16:creationId xmlns:a16="http://schemas.microsoft.com/office/drawing/2014/main" id="{1C2DD82E-232B-8A99-7CD7-306A00A88900}"/>
              </a:ext>
            </a:extLst>
          </p:cNvPr>
          <p:cNvSpPr>
            <a:spLocks noGrp="1"/>
          </p:cNvSpPr>
          <p:nvPr/>
        </p:nvSpPr>
        <p:spPr>
          <a:xfrm>
            <a:off x="10352837" y="1051560"/>
            <a:ext cx="196596" cy="45720"/>
          </a:xfrm>
          <a:prstGeom prst="rect">
            <a:avLst/>
          </a:prstGeom>
          <a:solidFill>
            <a:srgbClr val="E4E7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8" name="Segmented Rule 54">
            <a:extLst>
              <a:ext uri="{FF2B5EF4-FFF2-40B4-BE49-F238E27FC236}">
                <a16:creationId xmlns:a16="http://schemas.microsoft.com/office/drawing/2014/main" id="{2F4300B4-9AD8-295A-6148-0DC3C208A218}"/>
              </a:ext>
            </a:extLst>
          </p:cNvPr>
          <p:cNvSpPr>
            <a:spLocks noGrp="1"/>
          </p:cNvSpPr>
          <p:nvPr/>
        </p:nvSpPr>
        <p:spPr>
          <a:xfrm>
            <a:off x="10545775" y="1051560"/>
            <a:ext cx="196596" cy="45720"/>
          </a:xfrm>
          <a:prstGeom prst="rect">
            <a:avLst/>
          </a:prstGeom>
          <a:solidFill>
            <a:srgbClr val="E8EBE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39" name="Segmented Rule 55">
            <a:extLst>
              <a:ext uri="{FF2B5EF4-FFF2-40B4-BE49-F238E27FC236}">
                <a16:creationId xmlns:a16="http://schemas.microsoft.com/office/drawing/2014/main" id="{3AC8AF2D-9B46-2CA4-4514-4ADB1A49EE94}"/>
              </a:ext>
            </a:extLst>
          </p:cNvPr>
          <p:cNvSpPr>
            <a:spLocks noGrp="1"/>
          </p:cNvSpPr>
          <p:nvPr/>
        </p:nvSpPr>
        <p:spPr>
          <a:xfrm>
            <a:off x="10738714" y="1051560"/>
            <a:ext cx="196596" cy="45720"/>
          </a:xfrm>
          <a:prstGeom prst="rect">
            <a:avLst/>
          </a:prstGeom>
          <a:solidFill>
            <a:srgbClr val="ECEEF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40" name="Segmented Rule 56">
            <a:extLst>
              <a:ext uri="{FF2B5EF4-FFF2-40B4-BE49-F238E27FC236}">
                <a16:creationId xmlns:a16="http://schemas.microsoft.com/office/drawing/2014/main" id="{18D6F7C2-A1E4-6163-A935-4C95788A9239}"/>
              </a:ext>
            </a:extLst>
          </p:cNvPr>
          <p:cNvSpPr>
            <a:spLocks noGrp="1"/>
          </p:cNvSpPr>
          <p:nvPr/>
        </p:nvSpPr>
        <p:spPr>
          <a:xfrm>
            <a:off x="10931652" y="1051560"/>
            <a:ext cx="196596" cy="45720"/>
          </a:xfrm>
          <a:prstGeom prst="rect">
            <a:avLst/>
          </a:prstGeom>
          <a:solidFill>
            <a:srgbClr val="F0F2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41" name="Segmented Rule 57">
            <a:extLst>
              <a:ext uri="{FF2B5EF4-FFF2-40B4-BE49-F238E27FC236}">
                <a16:creationId xmlns:a16="http://schemas.microsoft.com/office/drawing/2014/main" id="{DBE21E85-C4CD-8F23-98CD-9A1F3C722EB4}"/>
              </a:ext>
            </a:extLst>
          </p:cNvPr>
          <p:cNvSpPr>
            <a:spLocks noGrp="1"/>
          </p:cNvSpPr>
          <p:nvPr/>
        </p:nvSpPr>
        <p:spPr>
          <a:xfrm>
            <a:off x="11124590" y="1051560"/>
            <a:ext cx="196596" cy="45720"/>
          </a:xfrm>
          <a:prstGeom prst="rect">
            <a:avLst/>
          </a:prstGeom>
          <a:solidFill>
            <a:srgbClr val="F4F5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42" name="Segmented Rule 58">
            <a:extLst>
              <a:ext uri="{FF2B5EF4-FFF2-40B4-BE49-F238E27FC236}">
                <a16:creationId xmlns:a16="http://schemas.microsoft.com/office/drawing/2014/main" id="{80D56E9D-6BBE-7A0C-9A31-97BA0DF0C04B}"/>
              </a:ext>
            </a:extLst>
          </p:cNvPr>
          <p:cNvSpPr>
            <a:spLocks noGrp="1"/>
          </p:cNvSpPr>
          <p:nvPr/>
        </p:nvSpPr>
        <p:spPr>
          <a:xfrm>
            <a:off x="11317529" y="1051560"/>
            <a:ext cx="196596" cy="45720"/>
          </a:xfrm>
          <a:prstGeom prst="rect">
            <a:avLst/>
          </a:prstGeom>
          <a:solidFill>
            <a:srgbClr val="F7F8F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43" name="Segmented Rule 59">
            <a:extLst>
              <a:ext uri="{FF2B5EF4-FFF2-40B4-BE49-F238E27FC236}">
                <a16:creationId xmlns:a16="http://schemas.microsoft.com/office/drawing/2014/main" id="{80EE3491-5804-EA90-509A-DCF2691471BF}"/>
              </a:ext>
            </a:extLst>
          </p:cNvPr>
          <p:cNvSpPr>
            <a:spLocks noGrp="1"/>
          </p:cNvSpPr>
          <p:nvPr/>
        </p:nvSpPr>
        <p:spPr>
          <a:xfrm>
            <a:off x="11510467" y="1051560"/>
            <a:ext cx="196596" cy="45720"/>
          </a:xfrm>
          <a:prstGeom prst="rect">
            <a:avLst/>
          </a:prstGeom>
          <a:solidFill>
            <a:srgbClr val="FBFCF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44" name="Segmented Rule 60">
            <a:extLst>
              <a:ext uri="{FF2B5EF4-FFF2-40B4-BE49-F238E27FC236}">
                <a16:creationId xmlns:a16="http://schemas.microsoft.com/office/drawing/2014/main" id="{3CC588BB-BEA3-410F-5983-E72AF9CFAA3E}"/>
              </a:ext>
            </a:extLst>
          </p:cNvPr>
          <p:cNvSpPr>
            <a:spLocks noGrp="1"/>
          </p:cNvSpPr>
          <p:nvPr/>
        </p:nvSpPr>
        <p:spPr>
          <a:xfrm>
            <a:off x="11703406" y="1051560"/>
            <a:ext cx="196596" cy="45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45" name="chevron-130">
            <a:extLst>
              <a:ext uri="{FF2B5EF4-FFF2-40B4-BE49-F238E27FC236}">
                <a16:creationId xmlns:a16="http://schemas.microsoft.com/office/drawing/2014/main" id="{B3A9A6C1-CE16-7101-5DF6-13D2C2DC7C12}"/>
              </a:ext>
            </a:extLst>
          </p:cNvPr>
          <p:cNvSpPr>
            <a:spLocks noGrp="1"/>
          </p:cNvSpPr>
          <p:nvPr/>
        </p:nvSpPr>
        <p:spPr>
          <a:xfrm>
            <a:off x="411480" y="1234440"/>
            <a:ext cx="11430000" cy="50292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8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 dirty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lang="zh-CN" altLang="en-US" b="1" dirty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汇报涵盖背景了解、具体方法机制、实现细节、复现实验、分析结果</a:t>
            </a:r>
            <a:endParaRPr b="1" dirty="0">
              <a:solidFill>
                <a:srgbClr val="1F386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6" name="outline-num-1">
            <a:extLst>
              <a:ext uri="{FF2B5EF4-FFF2-40B4-BE49-F238E27FC236}">
                <a16:creationId xmlns:a16="http://schemas.microsoft.com/office/drawing/2014/main" id="{D1E2F93D-D4A6-0F6E-C6BF-9874A3C62954}"/>
              </a:ext>
            </a:extLst>
          </p:cNvPr>
          <p:cNvSpPr>
            <a:spLocks noGrp="1"/>
          </p:cNvSpPr>
          <p:nvPr/>
        </p:nvSpPr>
        <p:spPr>
          <a:xfrm>
            <a:off x="457200" y="1965960"/>
            <a:ext cx="1280160" cy="77724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47" name="outline-numtext-1">
            <a:extLst>
              <a:ext uri="{FF2B5EF4-FFF2-40B4-BE49-F238E27FC236}">
                <a16:creationId xmlns:a16="http://schemas.microsoft.com/office/drawing/2014/main" id="{292E0068-F685-1118-6172-317596C11EC9}"/>
              </a:ext>
            </a:extLst>
          </p:cNvPr>
          <p:cNvSpPr>
            <a:spLocks noGrp="1"/>
          </p:cNvSpPr>
          <p:nvPr/>
        </p:nvSpPr>
        <p:spPr>
          <a:xfrm>
            <a:off x="457200" y="1965960"/>
            <a:ext cx="12801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48" name="outline-row-1">
            <a:extLst>
              <a:ext uri="{FF2B5EF4-FFF2-40B4-BE49-F238E27FC236}">
                <a16:creationId xmlns:a16="http://schemas.microsoft.com/office/drawing/2014/main" id="{B38A9505-9A23-DC37-0EF8-9FDB06E4355D}"/>
              </a:ext>
            </a:extLst>
          </p:cNvPr>
          <p:cNvSpPr>
            <a:spLocks noGrp="1"/>
          </p:cNvSpPr>
          <p:nvPr/>
        </p:nvSpPr>
        <p:spPr>
          <a:xfrm>
            <a:off x="1783080" y="1965960"/>
            <a:ext cx="9966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2E5EAA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49" name="outline-title-1">
            <a:extLst>
              <a:ext uri="{FF2B5EF4-FFF2-40B4-BE49-F238E27FC236}">
                <a16:creationId xmlns:a16="http://schemas.microsoft.com/office/drawing/2014/main" id="{3203C880-CD26-C8E2-3747-ECEE5C1CBDCB}"/>
              </a:ext>
            </a:extLst>
          </p:cNvPr>
          <p:cNvSpPr>
            <a:spLocks noGrp="1"/>
          </p:cNvSpPr>
          <p:nvPr/>
        </p:nvSpPr>
        <p:spPr>
          <a:xfrm>
            <a:off x="1920240" y="2011680"/>
            <a:ext cx="9692640" cy="4572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研究背景：</a:t>
            </a:r>
            <a:r>
              <a:rPr lang="en-US" altLang="zh-CN" sz="1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LLMs </a:t>
            </a:r>
            <a:r>
              <a:rPr lang="zh-CN" altLang="en-US" sz="1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目前仍无法解决大多数开放性问题</a:t>
            </a:r>
          </a:p>
        </p:txBody>
      </p:sp>
      <p:sp>
        <p:nvSpPr>
          <p:cNvPr id="250" name="outline-sub-1">
            <a:extLst>
              <a:ext uri="{FF2B5EF4-FFF2-40B4-BE49-F238E27FC236}">
                <a16:creationId xmlns:a16="http://schemas.microsoft.com/office/drawing/2014/main" id="{BD259EC0-583B-64AD-D80C-D7ADA917B54C}"/>
              </a:ext>
            </a:extLst>
          </p:cNvPr>
          <p:cNvSpPr>
            <a:spLocks noGrp="1"/>
          </p:cNvSpPr>
          <p:nvPr/>
        </p:nvSpPr>
        <p:spPr>
          <a:xfrm>
            <a:off x="1920240" y="2441448"/>
            <a:ext cx="9692640" cy="27432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75" b="0" i="1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i="1" dirty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背景与痛点</a:t>
            </a:r>
            <a:endParaRPr sz="975" i="1" dirty="0">
              <a:solidFill>
                <a:srgbClr val="7A7A7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1" name="outline-num-2">
            <a:extLst>
              <a:ext uri="{FF2B5EF4-FFF2-40B4-BE49-F238E27FC236}">
                <a16:creationId xmlns:a16="http://schemas.microsoft.com/office/drawing/2014/main" id="{DC678574-07BB-9047-093A-11C6C31CB000}"/>
              </a:ext>
            </a:extLst>
          </p:cNvPr>
          <p:cNvSpPr>
            <a:spLocks noGrp="1"/>
          </p:cNvSpPr>
          <p:nvPr/>
        </p:nvSpPr>
        <p:spPr>
          <a:xfrm>
            <a:off x="457200" y="2926080"/>
            <a:ext cx="1280160" cy="77724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52" name="outline-numtext-2">
            <a:extLst>
              <a:ext uri="{FF2B5EF4-FFF2-40B4-BE49-F238E27FC236}">
                <a16:creationId xmlns:a16="http://schemas.microsoft.com/office/drawing/2014/main" id="{DF2D7343-25C7-8C9D-0F5C-26186407066B}"/>
              </a:ext>
            </a:extLst>
          </p:cNvPr>
          <p:cNvSpPr>
            <a:spLocks noGrp="1"/>
          </p:cNvSpPr>
          <p:nvPr/>
        </p:nvSpPr>
        <p:spPr>
          <a:xfrm>
            <a:off x="457200" y="2926080"/>
            <a:ext cx="12801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4" name="outline-title-2">
            <a:extLst>
              <a:ext uri="{FF2B5EF4-FFF2-40B4-BE49-F238E27FC236}">
                <a16:creationId xmlns:a16="http://schemas.microsoft.com/office/drawing/2014/main" id="{F6F3BA90-D903-C2AC-7FCE-952231E9713C}"/>
              </a:ext>
            </a:extLst>
          </p:cNvPr>
          <p:cNvSpPr>
            <a:spLocks noGrp="1"/>
          </p:cNvSpPr>
          <p:nvPr/>
        </p:nvSpPr>
        <p:spPr>
          <a:xfrm>
            <a:off x="1920240" y="2971800"/>
            <a:ext cx="9692640" cy="4572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FunSearch</a:t>
            </a:r>
            <a:r>
              <a:rPr sz="135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350" b="1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核心</a:t>
            </a:r>
            <a:r>
              <a:rPr lang="zh-CN" altLang="en-US" sz="135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设计</a:t>
            </a:r>
            <a:endParaRPr sz="1350" b="1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5" name="outline-sub-2">
            <a:extLst>
              <a:ext uri="{FF2B5EF4-FFF2-40B4-BE49-F238E27FC236}">
                <a16:creationId xmlns:a16="http://schemas.microsoft.com/office/drawing/2014/main" id="{5C90077A-AF1A-3251-886D-62B073650E32}"/>
              </a:ext>
            </a:extLst>
          </p:cNvPr>
          <p:cNvSpPr>
            <a:spLocks noGrp="1"/>
          </p:cNvSpPr>
          <p:nvPr/>
        </p:nvSpPr>
        <p:spPr>
          <a:xfrm>
            <a:off x="1920240" y="3401568"/>
            <a:ext cx="9692640" cy="27432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75" b="0" i="1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i="1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总体机制</a:t>
            </a:r>
          </a:p>
        </p:txBody>
      </p:sp>
      <p:sp>
        <p:nvSpPr>
          <p:cNvPr id="256" name="outline-num-3">
            <a:extLst>
              <a:ext uri="{FF2B5EF4-FFF2-40B4-BE49-F238E27FC236}">
                <a16:creationId xmlns:a16="http://schemas.microsoft.com/office/drawing/2014/main" id="{0663FB8E-7F5B-7663-6688-F33C4A2F0E38}"/>
              </a:ext>
            </a:extLst>
          </p:cNvPr>
          <p:cNvSpPr>
            <a:spLocks noGrp="1"/>
          </p:cNvSpPr>
          <p:nvPr/>
        </p:nvSpPr>
        <p:spPr>
          <a:xfrm>
            <a:off x="457200" y="3886200"/>
            <a:ext cx="1280160" cy="77724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57" name="outline-numtext-3">
            <a:extLst>
              <a:ext uri="{FF2B5EF4-FFF2-40B4-BE49-F238E27FC236}">
                <a16:creationId xmlns:a16="http://schemas.microsoft.com/office/drawing/2014/main" id="{95FCB981-D66B-B657-709A-BEABD4E0A5B5}"/>
              </a:ext>
            </a:extLst>
          </p:cNvPr>
          <p:cNvSpPr>
            <a:spLocks noGrp="1"/>
          </p:cNvSpPr>
          <p:nvPr/>
        </p:nvSpPr>
        <p:spPr>
          <a:xfrm>
            <a:off x="457200" y="3886200"/>
            <a:ext cx="12801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58" name="outline-row-3">
            <a:extLst>
              <a:ext uri="{FF2B5EF4-FFF2-40B4-BE49-F238E27FC236}">
                <a16:creationId xmlns:a16="http://schemas.microsoft.com/office/drawing/2014/main" id="{36D62F34-7F71-D51F-2E5F-9FBE6A03BF0E}"/>
              </a:ext>
            </a:extLst>
          </p:cNvPr>
          <p:cNvSpPr>
            <a:spLocks noGrp="1"/>
          </p:cNvSpPr>
          <p:nvPr/>
        </p:nvSpPr>
        <p:spPr>
          <a:xfrm>
            <a:off x="1783080" y="3886200"/>
            <a:ext cx="9966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2E5EAA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59" name="outline-title-3">
            <a:extLst>
              <a:ext uri="{FF2B5EF4-FFF2-40B4-BE49-F238E27FC236}">
                <a16:creationId xmlns:a16="http://schemas.microsoft.com/office/drawing/2014/main" id="{28FFCA95-420A-3916-E7DA-E8219F282C9A}"/>
              </a:ext>
            </a:extLst>
          </p:cNvPr>
          <p:cNvSpPr>
            <a:spLocks noGrp="1"/>
          </p:cNvSpPr>
          <p:nvPr/>
        </p:nvSpPr>
        <p:spPr>
          <a:xfrm>
            <a:off x="1920240" y="3931920"/>
            <a:ext cx="9692640" cy="4572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35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Funsearch</a:t>
            </a:r>
            <a:r>
              <a:rPr lang="zh-CN" altLang="en-US" sz="135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多个核心点细分</a:t>
            </a:r>
            <a:endParaRPr sz="1350" b="1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0" name="outline-sub-3">
            <a:extLst>
              <a:ext uri="{FF2B5EF4-FFF2-40B4-BE49-F238E27FC236}">
                <a16:creationId xmlns:a16="http://schemas.microsoft.com/office/drawing/2014/main" id="{5BB264E8-C44A-0BD6-79B8-9B0BB357E278}"/>
              </a:ext>
            </a:extLst>
          </p:cNvPr>
          <p:cNvSpPr>
            <a:spLocks noGrp="1"/>
          </p:cNvSpPr>
          <p:nvPr/>
        </p:nvSpPr>
        <p:spPr>
          <a:xfrm>
            <a:off x="1920240" y="4361688"/>
            <a:ext cx="9692640" cy="27432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75" b="0" i="1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i="1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系统设计</a:t>
            </a:r>
          </a:p>
        </p:txBody>
      </p:sp>
      <p:sp>
        <p:nvSpPr>
          <p:cNvPr id="261" name="outline-num-4">
            <a:extLst>
              <a:ext uri="{FF2B5EF4-FFF2-40B4-BE49-F238E27FC236}">
                <a16:creationId xmlns:a16="http://schemas.microsoft.com/office/drawing/2014/main" id="{2654DB59-B740-B796-7712-64B2BFE09A15}"/>
              </a:ext>
            </a:extLst>
          </p:cNvPr>
          <p:cNvSpPr>
            <a:spLocks noGrp="1"/>
          </p:cNvSpPr>
          <p:nvPr/>
        </p:nvSpPr>
        <p:spPr>
          <a:xfrm>
            <a:off x="457200" y="4846320"/>
            <a:ext cx="1280160" cy="77724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62" name="outline-numtext-4">
            <a:extLst>
              <a:ext uri="{FF2B5EF4-FFF2-40B4-BE49-F238E27FC236}">
                <a16:creationId xmlns:a16="http://schemas.microsoft.com/office/drawing/2014/main" id="{C9682468-C844-2B9E-C3CB-35C7D8667E7C}"/>
              </a:ext>
            </a:extLst>
          </p:cNvPr>
          <p:cNvSpPr>
            <a:spLocks noGrp="1"/>
          </p:cNvSpPr>
          <p:nvPr/>
        </p:nvSpPr>
        <p:spPr>
          <a:xfrm>
            <a:off x="457200" y="4846320"/>
            <a:ext cx="12801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63" name="outline-row-4">
            <a:extLst>
              <a:ext uri="{FF2B5EF4-FFF2-40B4-BE49-F238E27FC236}">
                <a16:creationId xmlns:a16="http://schemas.microsoft.com/office/drawing/2014/main" id="{F9DC9384-E0FC-E200-1EF6-42DBB1BF4C06}"/>
              </a:ext>
            </a:extLst>
          </p:cNvPr>
          <p:cNvSpPr>
            <a:spLocks noGrp="1"/>
          </p:cNvSpPr>
          <p:nvPr/>
        </p:nvSpPr>
        <p:spPr>
          <a:xfrm>
            <a:off x="1783080" y="4846320"/>
            <a:ext cx="9966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2E5EAA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64" name="outline-title-4">
            <a:extLst>
              <a:ext uri="{FF2B5EF4-FFF2-40B4-BE49-F238E27FC236}">
                <a16:creationId xmlns:a16="http://schemas.microsoft.com/office/drawing/2014/main" id="{CB86708C-7014-C6AF-6BF4-8C3FB0FC14DC}"/>
              </a:ext>
            </a:extLst>
          </p:cNvPr>
          <p:cNvSpPr>
            <a:spLocks noGrp="1"/>
          </p:cNvSpPr>
          <p:nvPr/>
        </p:nvSpPr>
        <p:spPr>
          <a:xfrm>
            <a:off x="1920240" y="4892040"/>
            <a:ext cx="9692640" cy="4572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实验结果：cap</a:t>
            </a:r>
            <a:r>
              <a:rPr sz="135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 set </a:t>
            </a:r>
            <a:r>
              <a:rPr sz="1350" b="1" dirty="0" err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与在线装箱</a:t>
            </a:r>
            <a:endParaRPr sz="1350" b="1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5" name="outline-sub-4">
            <a:extLst>
              <a:ext uri="{FF2B5EF4-FFF2-40B4-BE49-F238E27FC236}">
                <a16:creationId xmlns:a16="http://schemas.microsoft.com/office/drawing/2014/main" id="{156A20D2-B807-36EB-4411-D9992109134A}"/>
              </a:ext>
            </a:extLst>
          </p:cNvPr>
          <p:cNvSpPr>
            <a:spLocks noGrp="1"/>
          </p:cNvSpPr>
          <p:nvPr/>
        </p:nvSpPr>
        <p:spPr>
          <a:xfrm>
            <a:off x="1920240" y="5321808"/>
            <a:ext cx="9692640" cy="27432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75" b="0" i="1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i="1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核心证据</a:t>
            </a:r>
          </a:p>
        </p:txBody>
      </p:sp>
      <p:sp>
        <p:nvSpPr>
          <p:cNvPr id="266" name="outline-num-5">
            <a:extLst>
              <a:ext uri="{FF2B5EF4-FFF2-40B4-BE49-F238E27FC236}">
                <a16:creationId xmlns:a16="http://schemas.microsoft.com/office/drawing/2014/main" id="{ED0DAAC8-20A3-A0DB-72B2-DD34135A5A4A}"/>
              </a:ext>
            </a:extLst>
          </p:cNvPr>
          <p:cNvSpPr>
            <a:spLocks noGrp="1"/>
          </p:cNvSpPr>
          <p:nvPr/>
        </p:nvSpPr>
        <p:spPr>
          <a:xfrm>
            <a:off x="457200" y="5806440"/>
            <a:ext cx="1280160" cy="77724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67" name="outline-numtext-5">
            <a:extLst>
              <a:ext uri="{FF2B5EF4-FFF2-40B4-BE49-F238E27FC236}">
                <a16:creationId xmlns:a16="http://schemas.microsoft.com/office/drawing/2014/main" id="{991D46EC-CF1E-4194-B44C-F54AD3DBF0D0}"/>
              </a:ext>
            </a:extLst>
          </p:cNvPr>
          <p:cNvSpPr>
            <a:spLocks noGrp="1"/>
          </p:cNvSpPr>
          <p:nvPr/>
        </p:nvSpPr>
        <p:spPr>
          <a:xfrm>
            <a:off x="457200" y="5806440"/>
            <a:ext cx="12801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68" name="outline-row-5">
            <a:extLst>
              <a:ext uri="{FF2B5EF4-FFF2-40B4-BE49-F238E27FC236}">
                <a16:creationId xmlns:a16="http://schemas.microsoft.com/office/drawing/2014/main" id="{0FF3264F-D013-3AE5-4291-1F1B9D9AE88D}"/>
              </a:ext>
            </a:extLst>
          </p:cNvPr>
          <p:cNvSpPr>
            <a:spLocks noGrp="1"/>
          </p:cNvSpPr>
          <p:nvPr/>
        </p:nvSpPr>
        <p:spPr>
          <a:xfrm>
            <a:off x="1783080" y="5806440"/>
            <a:ext cx="996696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2E5EAA"/>
            </a:solidFill>
            <a:prstDash val="solid"/>
          </a:ln>
        </p:spPr>
        <p:txBody>
          <a:bodyPr/>
          <a:lstStyle/>
          <a:p>
            <a:endParaRPr lang="zh-CN" altLang="en-US">
              <a:solidFill>
                <a:srgbClr val="000000"/>
              </a:solidFill>
              <a:latin typeface="Calibri"/>
              <a:cs typeface="Calibri"/>
            </a:endParaRPr>
          </a:p>
        </p:txBody>
      </p:sp>
      <p:sp>
        <p:nvSpPr>
          <p:cNvPr id="269" name="outline-title-5">
            <a:extLst>
              <a:ext uri="{FF2B5EF4-FFF2-40B4-BE49-F238E27FC236}">
                <a16:creationId xmlns:a16="http://schemas.microsoft.com/office/drawing/2014/main" id="{38C75146-3CE2-AC85-5A79-A2BA0EC71C90}"/>
              </a:ext>
            </a:extLst>
          </p:cNvPr>
          <p:cNvSpPr>
            <a:spLocks noGrp="1"/>
          </p:cNvSpPr>
          <p:nvPr/>
        </p:nvSpPr>
        <p:spPr>
          <a:xfrm>
            <a:off x="1920240" y="5852160"/>
            <a:ext cx="9692640" cy="4572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35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Demo</a:t>
            </a:r>
            <a:r>
              <a:rPr lang="zh-CN" altLang="en-US" sz="135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实验</a:t>
            </a:r>
            <a:endParaRPr sz="1350" b="1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0" name="outline-sub-5">
            <a:extLst>
              <a:ext uri="{FF2B5EF4-FFF2-40B4-BE49-F238E27FC236}">
                <a16:creationId xmlns:a16="http://schemas.microsoft.com/office/drawing/2014/main" id="{276FB2E8-1C70-9961-889F-75D757E2C25F}"/>
              </a:ext>
            </a:extLst>
          </p:cNvPr>
          <p:cNvSpPr>
            <a:spLocks noGrp="1"/>
          </p:cNvSpPr>
          <p:nvPr/>
        </p:nvSpPr>
        <p:spPr>
          <a:xfrm>
            <a:off x="1920240" y="6281928"/>
            <a:ext cx="9692640" cy="27432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975" b="0" i="1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975" i="1" dirty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验证</a:t>
            </a:r>
            <a:endParaRPr sz="975" i="1" dirty="0">
              <a:solidFill>
                <a:srgbClr val="7A7A7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54608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marker-1">
            <a:extLst>
              <a:ext uri="{FF2B5EF4-FFF2-40B4-BE49-F238E27FC236}">
                <a16:creationId xmlns:a16="http://schemas.microsoft.com/office/drawing/2014/main" id="{0FC06313-A4DA-2EE4-1C02-0CA492EC9446}"/>
              </a:ext>
            </a:extLst>
          </p:cNvPr>
          <p:cNvSpPr>
            <a:spLocks noGrp="1"/>
          </p:cNvSpPr>
          <p:nvPr/>
        </p:nvSpPr>
        <p:spPr>
          <a:xfrm>
            <a:off x="320040" y="365760"/>
            <a:ext cx="164592" cy="384048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itle-marker-2">
            <a:extLst>
              <a:ext uri="{FF2B5EF4-FFF2-40B4-BE49-F238E27FC236}">
                <a16:creationId xmlns:a16="http://schemas.microsoft.com/office/drawing/2014/main" id="{6B629E5A-3870-A1C4-E8A8-EB31904A5BBF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73152" cy="384048"/>
          </a:xfrm>
          <a:prstGeom prst="rect">
            <a:avLst/>
          </a:prstGeom>
          <a:solidFill>
            <a:srgbClr val="2E5EA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lide-title">
            <a:extLst>
              <a:ext uri="{FF2B5EF4-FFF2-40B4-BE49-F238E27FC236}">
                <a16:creationId xmlns:a16="http://schemas.microsoft.com/office/drawing/2014/main" id="{BE1F74A0-0332-2983-63CB-E8CC737968ED}"/>
              </a:ext>
            </a:extLst>
          </p:cNvPr>
          <p:cNvSpPr>
            <a:spLocks noGrp="1"/>
          </p:cNvSpPr>
          <p:nvPr/>
        </p:nvSpPr>
        <p:spPr>
          <a:xfrm>
            <a:off x="868680" y="228600"/>
            <a:ext cx="108813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01 </a:t>
            </a:r>
            <a:r>
              <a:rPr lang="zh-CN" altLang="en-US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研究背景：</a:t>
            </a:r>
            <a:r>
              <a:rPr lang="en-US" altLang="zh-CN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LLMs </a:t>
            </a:r>
            <a:r>
              <a:rPr lang="zh-CN" altLang="en-US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目前仍无法解决大多数开放性问题</a:t>
            </a:r>
            <a:endParaRPr sz="24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egmented Rule 01">
            <a:extLst>
              <a:ext uri="{FF2B5EF4-FFF2-40B4-BE49-F238E27FC236}">
                <a16:creationId xmlns:a16="http://schemas.microsoft.com/office/drawing/2014/main" id="{061CFFFC-1C33-F4B5-BF3A-495623DFC4EB}"/>
              </a:ext>
            </a:extLst>
          </p:cNvPr>
          <p:cNvSpPr>
            <a:spLocks noGrp="1"/>
          </p:cNvSpPr>
          <p:nvPr/>
        </p:nvSpPr>
        <p:spPr>
          <a:xfrm>
            <a:off x="320040" y="1051560"/>
            <a:ext cx="196596" cy="4572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egmented Rule 02">
            <a:extLst>
              <a:ext uri="{FF2B5EF4-FFF2-40B4-BE49-F238E27FC236}">
                <a16:creationId xmlns:a16="http://schemas.microsoft.com/office/drawing/2014/main" id="{1E02153D-F521-9F18-AF6B-E8DEF82D5364}"/>
              </a:ext>
            </a:extLst>
          </p:cNvPr>
          <p:cNvSpPr>
            <a:spLocks noGrp="1"/>
          </p:cNvSpPr>
          <p:nvPr/>
        </p:nvSpPr>
        <p:spPr>
          <a:xfrm>
            <a:off x="512978" y="1051560"/>
            <a:ext cx="196596" cy="45720"/>
          </a:xfrm>
          <a:prstGeom prst="rect">
            <a:avLst/>
          </a:prstGeom>
          <a:solidFill>
            <a:srgbClr val="233B6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egmented Rule 03">
            <a:extLst>
              <a:ext uri="{FF2B5EF4-FFF2-40B4-BE49-F238E27FC236}">
                <a16:creationId xmlns:a16="http://schemas.microsoft.com/office/drawing/2014/main" id="{ABFD73D7-13EA-BF81-C0D9-5BDBD306129A}"/>
              </a:ext>
            </a:extLst>
          </p:cNvPr>
          <p:cNvSpPr>
            <a:spLocks noGrp="1"/>
          </p:cNvSpPr>
          <p:nvPr/>
        </p:nvSpPr>
        <p:spPr>
          <a:xfrm>
            <a:off x="705917" y="1051560"/>
            <a:ext cx="196596" cy="45720"/>
          </a:xfrm>
          <a:prstGeom prst="rect">
            <a:avLst/>
          </a:prstGeom>
          <a:solidFill>
            <a:srgbClr val="273F6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egmented Rule 04">
            <a:extLst>
              <a:ext uri="{FF2B5EF4-FFF2-40B4-BE49-F238E27FC236}">
                <a16:creationId xmlns:a16="http://schemas.microsoft.com/office/drawing/2014/main" id="{B9B16465-44D7-0012-1895-DC54B03CFE6F}"/>
              </a:ext>
            </a:extLst>
          </p:cNvPr>
          <p:cNvSpPr>
            <a:spLocks noGrp="1"/>
          </p:cNvSpPr>
          <p:nvPr/>
        </p:nvSpPr>
        <p:spPr>
          <a:xfrm>
            <a:off x="898855" y="1051560"/>
            <a:ext cx="196596" cy="45720"/>
          </a:xfrm>
          <a:prstGeom prst="rect">
            <a:avLst/>
          </a:prstGeom>
          <a:solidFill>
            <a:srgbClr val="2A426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egmented Rule 05">
            <a:extLst>
              <a:ext uri="{FF2B5EF4-FFF2-40B4-BE49-F238E27FC236}">
                <a16:creationId xmlns:a16="http://schemas.microsoft.com/office/drawing/2014/main" id="{317294B9-5934-C820-66CC-D86CB7336032}"/>
              </a:ext>
            </a:extLst>
          </p:cNvPr>
          <p:cNvSpPr>
            <a:spLocks noGrp="1"/>
          </p:cNvSpPr>
          <p:nvPr/>
        </p:nvSpPr>
        <p:spPr>
          <a:xfrm>
            <a:off x="1091794" y="1051560"/>
            <a:ext cx="196596" cy="45720"/>
          </a:xfrm>
          <a:prstGeom prst="rect">
            <a:avLst/>
          </a:prstGeom>
          <a:solidFill>
            <a:srgbClr val="2E456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egmented Rule 06">
            <a:extLst>
              <a:ext uri="{FF2B5EF4-FFF2-40B4-BE49-F238E27FC236}">
                <a16:creationId xmlns:a16="http://schemas.microsoft.com/office/drawing/2014/main" id="{2C07C884-ECCD-04C8-C6CD-AC01215DA5D9}"/>
              </a:ext>
            </a:extLst>
          </p:cNvPr>
          <p:cNvSpPr>
            <a:spLocks noGrp="1"/>
          </p:cNvSpPr>
          <p:nvPr/>
        </p:nvSpPr>
        <p:spPr>
          <a:xfrm>
            <a:off x="1284732" y="1051560"/>
            <a:ext cx="196596" cy="45720"/>
          </a:xfrm>
          <a:prstGeom prst="rect">
            <a:avLst/>
          </a:prstGeom>
          <a:solidFill>
            <a:srgbClr val="32497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egmented Rule 07">
            <a:extLst>
              <a:ext uri="{FF2B5EF4-FFF2-40B4-BE49-F238E27FC236}">
                <a16:creationId xmlns:a16="http://schemas.microsoft.com/office/drawing/2014/main" id="{9D0CBB44-E872-8BBE-74E8-EC5FE7AE4D9B}"/>
              </a:ext>
            </a:extLst>
          </p:cNvPr>
          <p:cNvSpPr>
            <a:spLocks noGrp="1"/>
          </p:cNvSpPr>
          <p:nvPr/>
        </p:nvSpPr>
        <p:spPr>
          <a:xfrm>
            <a:off x="1477670" y="1051560"/>
            <a:ext cx="196596" cy="45720"/>
          </a:xfrm>
          <a:prstGeom prst="rect">
            <a:avLst/>
          </a:prstGeom>
          <a:solidFill>
            <a:srgbClr val="364C7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egmented Rule 08">
            <a:extLst>
              <a:ext uri="{FF2B5EF4-FFF2-40B4-BE49-F238E27FC236}">
                <a16:creationId xmlns:a16="http://schemas.microsoft.com/office/drawing/2014/main" id="{92F80A3F-D758-CF1B-2CFA-82723651A028}"/>
              </a:ext>
            </a:extLst>
          </p:cNvPr>
          <p:cNvSpPr>
            <a:spLocks noGrp="1"/>
          </p:cNvSpPr>
          <p:nvPr/>
        </p:nvSpPr>
        <p:spPr>
          <a:xfrm>
            <a:off x="1670609" y="1051560"/>
            <a:ext cx="196596" cy="45720"/>
          </a:xfrm>
          <a:prstGeom prst="rect">
            <a:avLst/>
          </a:prstGeom>
          <a:solidFill>
            <a:srgbClr val="3A507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egmented Rule 09">
            <a:extLst>
              <a:ext uri="{FF2B5EF4-FFF2-40B4-BE49-F238E27FC236}">
                <a16:creationId xmlns:a16="http://schemas.microsoft.com/office/drawing/2014/main" id="{2A781846-11DB-6E1B-6E64-E403DE65D5D4}"/>
              </a:ext>
            </a:extLst>
          </p:cNvPr>
          <p:cNvSpPr>
            <a:spLocks noGrp="1"/>
          </p:cNvSpPr>
          <p:nvPr/>
        </p:nvSpPr>
        <p:spPr>
          <a:xfrm>
            <a:off x="1863547" y="1051560"/>
            <a:ext cx="196596" cy="45720"/>
          </a:xfrm>
          <a:prstGeom prst="rect">
            <a:avLst/>
          </a:prstGeom>
          <a:solidFill>
            <a:srgbClr val="3D537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egmented Rule 10">
            <a:extLst>
              <a:ext uri="{FF2B5EF4-FFF2-40B4-BE49-F238E27FC236}">
                <a16:creationId xmlns:a16="http://schemas.microsoft.com/office/drawing/2014/main" id="{5E591AA5-1161-E88E-FFDA-E1A50EB7E74F}"/>
              </a:ext>
            </a:extLst>
          </p:cNvPr>
          <p:cNvSpPr>
            <a:spLocks noGrp="1"/>
          </p:cNvSpPr>
          <p:nvPr/>
        </p:nvSpPr>
        <p:spPr>
          <a:xfrm>
            <a:off x="2056486" y="1051560"/>
            <a:ext cx="196596" cy="45720"/>
          </a:xfrm>
          <a:prstGeom prst="rect">
            <a:avLst/>
          </a:prstGeom>
          <a:solidFill>
            <a:srgbClr val="41567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egmented Rule 11">
            <a:extLst>
              <a:ext uri="{FF2B5EF4-FFF2-40B4-BE49-F238E27FC236}">
                <a16:creationId xmlns:a16="http://schemas.microsoft.com/office/drawing/2014/main" id="{C7121001-F65C-54C0-ED31-D5E97D8CF0FE}"/>
              </a:ext>
            </a:extLst>
          </p:cNvPr>
          <p:cNvSpPr>
            <a:spLocks noGrp="1"/>
          </p:cNvSpPr>
          <p:nvPr/>
        </p:nvSpPr>
        <p:spPr>
          <a:xfrm>
            <a:off x="2249424" y="1051560"/>
            <a:ext cx="196596" cy="45720"/>
          </a:xfrm>
          <a:prstGeom prst="rect">
            <a:avLst/>
          </a:prstGeom>
          <a:solidFill>
            <a:srgbClr val="455A7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egmented Rule 12">
            <a:extLst>
              <a:ext uri="{FF2B5EF4-FFF2-40B4-BE49-F238E27FC236}">
                <a16:creationId xmlns:a16="http://schemas.microsoft.com/office/drawing/2014/main" id="{83D2EE65-0D7D-B2FD-4AF6-974B391F7A2C}"/>
              </a:ext>
            </a:extLst>
          </p:cNvPr>
          <p:cNvSpPr>
            <a:spLocks noGrp="1"/>
          </p:cNvSpPr>
          <p:nvPr/>
        </p:nvSpPr>
        <p:spPr>
          <a:xfrm>
            <a:off x="2442362" y="1051560"/>
            <a:ext cx="196596" cy="45720"/>
          </a:xfrm>
          <a:prstGeom prst="rect">
            <a:avLst/>
          </a:prstGeom>
          <a:solidFill>
            <a:srgbClr val="495D8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egmented Rule 13">
            <a:extLst>
              <a:ext uri="{FF2B5EF4-FFF2-40B4-BE49-F238E27FC236}">
                <a16:creationId xmlns:a16="http://schemas.microsoft.com/office/drawing/2014/main" id="{941EA140-B750-A51A-728D-466B84FC99E3}"/>
              </a:ext>
            </a:extLst>
          </p:cNvPr>
          <p:cNvSpPr>
            <a:spLocks noGrp="1"/>
          </p:cNvSpPr>
          <p:nvPr/>
        </p:nvSpPr>
        <p:spPr>
          <a:xfrm>
            <a:off x="2635301" y="1051560"/>
            <a:ext cx="196596" cy="45720"/>
          </a:xfrm>
          <a:prstGeom prst="rect">
            <a:avLst/>
          </a:prstGeom>
          <a:solidFill>
            <a:srgbClr val="4D608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egmented Rule 14">
            <a:extLst>
              <a:ext uri="{FF2B5EF4-FFF2-40B4-BE49-F238E27FC236}">
                <a16:creationId xmlns:a16="http://schemas.microsoft.com/office/drawing/2014/main" id="{DAE6F822-CFD6-49E9-9FDC-3E60129C0E10}"/>
              </a:ext>
            </a:extLst>
          </p:cNvPr>
          <p:cNvSpPr>
            <a:spLocks noGrp="1"/>
          </p:cNvSpPr>
          <p:nvPr/>
        </p:nvSpPr>
        <p:spPr>
          <a:xfrm>
            <a:off x="2828239" y="1051560"/>
            <a:ext cx="196596" cy="45720"/>
          </a:xfrm>
          <a:prstGeom prst="rect">
            <a:avLst/>
          </a:prstGeom>
          <a:solidFill>
            <a:srgbClr val="50648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egmented Rule 15">
            <a:extLst>
              <a:ext uri="{FF2B5EF4-FFF2-40B4-BE49-F238E27FC236}">
                <a16:creationId xmlns:a16="http://schemas.microsoft.com/office/drawing/2014/main" id="{2DCA3A16-3A58-E459-2F71-0F23C4507B95}"/>
              </a:ext>
            </a:extLst>
          </p:cNvPr>
          <p:cNvSpPr>
            <a:spLocks noGrp="1"/>
          </p:cNvSpPr>
          <p:nvPr/>
        </p:nvSpPr>
        <p:spPr>
          <a:xfrm>
            <a:off x="3021178" y="1051560"/>
            <a:ext cx="196596" cy="45720"/>
          </a:xfrm>
          <a:prstGeom prst="rect">
            <a:avLst/>
          </a:prstGeom>
          <a:solidFill>
            <a:srgbClr val="54678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egmented Rule 16">
            <a:extLst>
              <a:ext uri="{FF2B5EF4-FFF2-40B4-BE49-F238E27FC236}">
                <a16:creationId xmlns:a16="http://schemas.microsoft.com/office/drawing/2014/main" id="{D49E8D81-825B-3965-36A3-E4164DCF5ACC}"/>
              </a:ext>
            </a:extLst>
          </p:cNvPr>
          <p:cNvSpPr>
            <a:spLocks noGrp="1"/>
          </p:cNvSpPr>
          <p:nvPr/>
        </p:nvSpPr>
        <p:spPr>
          <a:xfrm>
            <a:off x="3214116" y="1051560"/>
            <a:ext cx="196596" cy="45720"/>
          </a:xfrm>
          <a:prstGeom prst="rect">
            <a:avLst/>
          </a:prstGeom>
          <a:solidFill>
            <a:srgbClr val="586B8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egmented Rule 17">
            <a:extLst>
              <a:ext uri="{FF2B5EF4-FFF2-40B4-BE49-F238E27FC236}">
                <a16:creationId xmlns:a16="http://schemas.microsoft.com/office/drawing/2014/main" id="{DAA05EB2-3A02-BD2E-2038-D173D90B843D}"/>
              </a:ext>
            </a:extLst>
          </p:cNvPr>
          <p:cNvSpPr>
            <a:spLocks noGrp="1"/>
          </p:cNvSpPr>
          <p:nvPr/>
        </p:nvSpPr>
        <p:spPr>
          <a:xfrm>
            <a:off x="3407054" y="1051560"/>
            <a:ext cx="196596" cy="45720"/>
          </a:xfrm>
          <a:prstGeom prst="rect">
            <a:avLst/>
          </a:prstGeom>
          <a:solidFill>
            <a:srgbClr val="5C6E8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egmented Rule 18">
            <a:extLst>
              <a:ext uri="{FF2B5EF4-FFF2-40B4-BE49-F238E27FC236}">
                <a16:creationId xmlns:a16="http://schemas.microsoft.com/office/drawing/2014/main" id="{D5F737AC-96B0-C82E-23BC-F66A1EACB6A0}"/>
              </a:ext>
            </a:extLst>
          </p:cNvPr>
          <p:cNvSpPr>
            <a:spLocks noGrp="1"/>
          </p:cNvSpPr>
          <p:nvPr/>
        </p:nvSpPr>
        <p:spPr>
          <a:xfrm>
            <a:off x="3599993" y="1051560"/>
            <a:ext cx="196596" cy="45720"/>
          </a:xfrm>
          <a:prstGeom prst="rect">
            <a:avLst/>
          </a:prstGeom>
          <a:solidFill>
            <a:srgbClr val="60719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egmented Rule 19">
            <a:extLst>
              <a:ext uri="{FF2B5EF4-FFF2-40B4-BE49-F238E27FC236}">
                <a16:creationId xmlns:a16="http://schemas.microsoft.com/office/drawing/2014/main" id="{54A7BA9F-8C75-DE06-A59A-3A376E79276B}"/>
              </a:ext>
            </a:extLst>
          </p:cNvPr>
          <p:cNvSpPr>
            <a:spLocks noGrp="1"/>
          </p:cNvSpPr>
          <p:nvPr/>
        </p:nvSpPr>
        <p:spPr>
          <a:xfrm>
            <a:off x="3792931" y="1051560"/>
            <a:ext cx="196596" cy="45720"/>
          </a:xfrm>
          <a:prstGeom prst="rect">
            <a:avLst/>
          </a:prstGeom>
          <a:solidFill>
            <a:srgbClr val="63759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egmented Rule 20">
            <a:extLst>
              <a:ext uri="{FF2B5EF4-FFF2-40B4-BE49-F238E27FC236}">
                <a16:creationId xmlns:a16="http://schemas.microsoft.com/office/drawing/2014/main" id="{46297BE9-8CED-4B3C-755D-64C8AFFED321}"/>
              </a:ext>
            </a:extLst>
          </p:cNvPr>
          <p:cNvSpPr>
            <a:spLocks noGrp="1"/>
          </p:cNvSpPr>
          <p:nvPr/>
        </p:nvSpPr>
        <p:spPr>
          <a:xfrm>
            <a:off x="3985870" y="1051560"/>
            <a:ext cx="196596" cy="45720"/>
          </a:xfrm>
          <a:prstGeom prst="rect">
            <a:avLst/>
          </a:prstGeom>
          <a:solidFill>
            <a:srgbClr val="67789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egmented Rule 21">
            <a:extLst>
              <a:ext uri="{FF2B5EF4-FFF2-40B4-BE49-F238E27FC236}">
                <a16:creationId xmlns:a16="http://schemas.microsoft.com/office/drawing/2014/main" id="{94D3E726-A92A-E355-D2D2-575DA4A3F309}"/>
              </a:ext>
            </a:extLst>
          </p:cNvPr>
          <p:cNvSpPr>
            <a:spLocks noGrp="1"/>
          </p:cNvSpPr>
          <p:nvPr/>
        </p:nvSpPr>
        <p:spPr>
          <a:xfrm>
            <a:off x="4178808" y="1051560"/>
            <a:ext cx="196596" cy="45720"/>
          </a:xfrm>
          <a:prstGeom prst="rect">
            <a:avLst/>
          </a:prstGeom>
          <a:solidFill>
            <a:srgbClr val="6B7B9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egmented Rule 22">
            <a:extLst>
              <a:ext uri="{FF2B5EF4-FFF2-40B4-BE49-F238E27FC236}">
                <a16:creationId xmlns:a16="http://schemas.microsoft.com/office/drawing/2014/main" id="{8F37C63D-85A1-0160-34DA-A51472A52C35}"/>
              </a:ext>
            </a:extLst>
          </p:cNvPr>
          <p:cNvSpPr>
            <a:spLocks noGrp="1"/>
          </p:cNvSpPr>
          <p:nvPr/>
        </p:nvSpPr>
        <p:spPr>
          <a:xfrm>
            <a:off x="4371746" y="1051560"/>
            <a:ext cx="196596" cy="45720"/>
          </a:xfrm>
          <a:prstGeom prst="rect">
            <a:avLst/>
          </a:prstGeom>
          <a:solidFill>
            <a:srgbClr val="6F7F9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egmented Rule 23">
            <a:extLst>
              <a:ext uri="{FF2B5EF4-FFF2-40B4-BE49-F238E27FC236}">
                <a16:creationId xmlns:a16="http://schemas.microsoft.com/office/drawing/2014/main" id="{AD0299C5-ECA7-65C2-16E7-A7B7DA0DC8D0}"/>
              </a:ext>
            </a:extLst>
          </p:cNvPr>
          <p:cNvSpPr>
            <a:spLocks noGrp="1"/>
          </p:cNvSpPr>
          <p:nvPr/>
        </p:nvSpPr>
        <p:spPr>
          <a:xfrm>
            <a:off x="4564685" y="1051560"/>
            <a:ext cx="196596" cy="45720"/>
          </a:xfrm>
          <a:prstGeom prst="rect">
            <a:avLst/>
          </a:prstGeom>
          <a:solidFill>
            <a:srgbClr val="73829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egmented Rule 24">
            <a:extLst>
              <a:ext uri="{FF2B5EF4-FFF2-40B4-BE49-F238E27FC236}">
                <a16:creationId xmlns:a16="http://schemas.microsoft.com/office/drawing/2014/main" id="{00F4F01D-90AA-46B7-6F76-46AC9E143B6A}"/>
              </a:ext>
            </a:extLst>
          </p:cNvPr>
          <p:cNvSpPr>
            <a:spLocks noGrp="1"/>
          </p:cNvSpPr>
          <p:nvPr/>
        </p:nvSpPr>
        <p:spPr>
          <a:xfrm>
            <a:off x="4757623" y="1051560"/>
            <a:ext cx="196596" cy="45720"/>
          </a:xfrm>
          <a:prstGeom prst="rect">
            <a:avLst/>
          </a:prstGeom>
          <a:solidFill>
            <a:srgbClr val="7686A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egmented Rule 25">
            <a:extLst>
              <a:ext uri="{FF2B5EF4-FFF2-40B4-BE49-F238E27FC236}">
                <a16:creationId xmlns:a16="http://schemas.microsoft.com/office/drawing/2014/main" id="{0FDE8400-42FB-08D5-6C84-A54E285D0DD8}"/>
              </a:ext>
            </a:extLst>
          </p:cNvPr>
          <p:cNvSpPr>
            <a:spLocks noGrp="1"/>
          </p:cNvSpPr>
          <p:nvPr/>
        </p:nvSpPr>
        <p:spPr>
          <a:xfrm>
            <a:off x="4950562" y="1051560"/>
            <a:ext cx="196596" cy="45720"/>
          </a:xfrm>
          <a:prstGeom prst="rect">
            <a:avLst/>
          </a:prstGeom>
          <a:solidFill>
            <a:srgbClr val="7A89A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egmented Rule 26">
            <a:extLst>
              <a:ext uri="{FF2B5EF4-FFF2-40B4-BE49-F238E27FC236}">
                <a16:creationId xmlns:a16="http://schemas.microsoft.com/office/drawing/2014/main" id="{8D8AF938-30CF-1759-6247-48CAABF70B6F}"/>
              </a:ext>
            </a:extLst>
          </p:cNvPr>
          <p:cNvSpPr>
            <a:spLocks noGrp="1"/>
          </p:cNvSpPr>
          <p:nvPr/>
        </p:nvSpPr>
        <p:spPr>
          <a:xfrm>
            <a:off x="5143500" y="1051560"/>
            <a:ext cx="196596" cy="45720"/>
          </a:xfrm>
          <a:prstGeom prst="rect">
            <a:avLst/>
          </a:prstGeom>
          <a:solidFill>
            <a:srgbClr val="7E8CA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egmented Rule 27">
            <a:extLst>
              <a:ext uri="{FF2B5EF4-FFF2-40B4-BE49-F238E27FC236}">
                <a16:creationId xmlns:a16="http://schemas.microsoft.com/office/drawing/2014/main" id="{D6B62140-5D9B-1A28-5DDE-E4257A6883CB}"/>
              </a:ext>
            </a:extLst>
          </p:cNvPr>
          <p:cNvSpPr>
            <a:spLocks noGrp="1"/>
          </p:cNvSpPr>
          <p:nvPr/>
        </p:nvSpPr>
        <p:spPr>
          <a:xfrm>
            <a:off x="5336438" y="1051560"/>
            <a:ext cx="196596" cy="45720"/>
          </a:xfrm>
          <a:prstGeom prst="rect">
            <a:avLst/>
          </a:prstGeom>
          <a:solidFill>
            <a:srgbClr val="8290A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egmented Rule 28">
            <a:extLst>
              <a:ext uri="{FF2B5EF4-FFF2-40B4-BE49-F238E27FC236}">
                <a16:creationId xmlns:a16="http://schemas.microsoft.com/office/drawing/2014/main" id="{D71FA4AA-3155-CAAD-A79B-107FF2A46266}"/>
              </a:ext>
            </a:extLst>
          </p:cNvPr>
          <p:cNvSpPr>
            <a:spLocks noGrp="1"/>
          </p:cNvSpPr>
          <p:nvPr/>
        </p:nvSpPr>
        <p:spPr>
          <a:xfrm>
            <a:off x="5529377" y="1051560"/>
            <a:ext cx="196596" cy="45720"/>
          </a:xfrm>
          <a:prstGeom prst="rect">
            <a:avLst/>
          </a:prstGeom>
          <a:solidFill>
            <a:srgbClr val="8693A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egmented Rule 29">
            <a:extLst>
              <a:ext uri="{FF2B5EF4-FFF2-40B4-BE49-F238E27FC236}">
                <a16:creationId xmlns:a16="http://schemas.microsoft.com/office/drawing/2014/main" id="{7ED6E9AA-A982-9BA1-B0DC-1E062F8E51B3}"/>
              </a:ext>
            </a:extLst>
          </p:cNvPr>
          <p:cNvSpPr>
            <a:spLocks noGrp="1"/>
          </p:cNvSpPr>
          <p:nvPr/>
        </p:nvSpPr>
        <p:spPr>
          <a:xfrm>
            <a:off x="5722315" y="1051560"/>
            <a:ext cx="196596" cy="45720"/>
          </a:xfrm>
          <a:prstGeom prst="rect">
            <a:avLst/>
          </a:prstGeom>
          <a:solidFill>
            <a:srgbClr val="8996A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egmented Rule 30">
            <a:extLst>
              <a:ext uri="{FF2B5EF4-FFF2-40B4-BE49-F238E27FC236}">
                <a16:creationId xmlns:a16="http://schemas.microsoft.com/office/drawing/2014/main" id="{821CF309-B7A7-AA68-F9F4-CED3E84525F9}"/>
              </a:ext>
            </a:extLst>
          </p:cNvPr>
          <p:cNvSpPr>
            <a:spLocks noGrp="1"/>
          </p:cNvSpPr>
          <p:nvPr/>
        </p:nvSpPr>
        <p:spPr>
          <a:xfrm>
            <a:off x="5915254" y="1051560"/>
            <a:ext cx="196596" cy="45720"/>
          </a:xfrm>
          <a:prstGeom prst="rect">
            <a:avLst/>
          </a:prstGeom>
          <a:solidFill>
            <a:srgbClr val="8D9AB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egmented Rule 31">
            <a:extLst>
              <a:ext uri="{FF2B5EF4-FFF2-40B4-BE49-F238E27FC236}">
                <a16:creationId xmlns:a16="http://schemas.microsoft.com/office/drawing/2014/main" id="{7D443EC7-5258-35A9-FAE8-A59678627149}"/>
              </a:ext>
            </a:extLst>
          </p:cNvPr>
          <p:cNvSpPr>
            <a:spLocks noGrp="1"/>
          </p:cNvSpPr>
          <p:nvPr/>
        </p:nvSpPr>
        <p:spPr>
          <a:xfrm>
            <a:off x="6108192" y="1051560"/>
            <a:ext cx="196596" cy="45720"/>
          </a:xfrm>
          <a:prstGeom prst="rect">
            <a:avLst/>
          </a:prstGeom>
          <a:solidFill>
            <a:srgbClr val="919DB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egmented Rule 32">
            <a:extLst>
              <a:ext uri="{FF2B5EF4-FFF2-40B4-BE49-F238E27FC236}">
                <a16:creationId xmlns:a16="http://schemas.microsoft.com/office/drawing/2014/main" id="{48EE8076-6C70-24D2-FE2D-B8413B765C64}"/>
              </a:ext>
            </a:extLst>
          </p:cNvPr>
          <p:cNvSpPr>
            <a:spLocks noGrp="1"/>
          </p:cNvSpPr>
          <p:nvPr/>
        </p:nvSpPr>
        <p:spPr>
          <a:xfrm>
            <a:off x="6301130" y="1051560"/>
            <a:ext cx="196596" cy="45720"/>
          </a:xfrm>
          <a:prstGeom prst="rect">
            <a:avLst/>
          </a:prstGeom>
          <a:solidFill>
            <a:srgbClr val="95A1B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egmented Rule 33">
            <a:extLst>
              <a:ext uri="{FF2B5EF4-FFF2-40B4-BE49-F238E27FC236}">
                <a16:creationId xmlns:a16="http://schemas.microsoft.com/office/drawing/2014/main" id="{C7D3772A-5474-2842-3040-5FAB47D97A1F}"/>
              </a:ext>
            </a:extLst>
          </p:cNvPr>
          <p:cNvSpPr>
            <a:spLocks noGrp="1"/>
          </p:cNvSpPr>
          <p:nvPr/>
        </p:nvSpPr>
        <p:spPr>
          <a:xfrm>
            <a:off x="6494069" y="1051560"/>
            <a:ext cx="196596" cy="45720"/>
          </a:xfrm>
          <a:prstGeom prst="rect">
            <a:avLst/>
          </a:prstGeom>
          <a:solidFill>
            <a:srgbClr val="98A4B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egmented Rule 34">
            <a:extLst>
              <a:ext uri="{FF2B5EF4-FFF2-40B4-BE49-F238E27FC236}">
                <a16:creationId xmlns:a16="http://schemas.microsoft.com/office/drawing/2014/main" id="{EED2BCF6-A7E8-61F1-43C8-C300544EE2DD}"/>
              </a:ext>
            </a:extLst>
          </p:cNvPr>
          <p:cNvSpPr>
            <a:spLocks noGrp="1"/>
          </p:cNvSpPr>
          <p:nvPr/>
        </p:nvSpPr>
        <p:spPr>
          <a:xfrm>
            <a:off x="6687007" y="1051560"/>
            <a:ext cx="196596" cy="45720"/>
          </a:xfrm>
          <a:prstGeom prst="rect">
            <a:avLst/>
          </a:prstGeom>
          <a:solidFill>
            <a:srgbClr val="9CA7B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egmented Rule 35">
            <a:extLst>
              <a:ext uri="{FF2B5EF4-FFF2-40B4-BE49-F238E27FC236}">
                <a16:creationId xmlns:a16="http://schemas.microsoft.com/office/drawing/2014/main" id="{7BCBECFB-6A03-4DAA-69F1-05DC3FF2D01F}"/>
              </a:ext>
            </a:extLst>
          </p:cNvPr>
          <p:cNvSpPr>
            <a:spLocks noGrp="1"/>
          </p:cNvSpPr>
          <p:nvPr/>
        </p:nvSpPr>
        <p:spPr>
          <a:xfrm>
            <a:off x="6879946" y="1051560"/>
            <a:ext cx="196596" cy="45720"/>
          </a:xfrm>
          <a:prstGeom prst="rect">
            <a:avLst/>
          </a:prstGeom>
          <a:solidFill>
            <a:srgbClr val="A0ABB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egmented Rule 36">
            <a:extLst>
              <a:ext uri="{FF2B5EF4-FFF2-40B4-BE49-F238E27FC236}">
                <a16:creationId xmlns:a16="http://schemas.microsoft.com/office/drawing/2014/main" id="{7E67B319-E262-922D-95BF-473EE46DF73B}"/>
              </a:ext>
            </a:extLst>
          </p:cNvPr>
          <p:cNvSpPr>
            <a:spLocks noGrp="1"/>
          </p:cNvSpPr>
          <p:nvPr/>
        </p:nvSpPr>
        <p:spPr>
          <a:xfrm>
            <a:off x="7072884" y="1051560"/>
            <a:ext cx="196596" cy="45720"/>
          </a:xfrm>
          <a:prstGeom prst="rect">
            <a:avLst/>
          </a:prstGeom>
          <a:solidFill>
            <a:srgbClr val="A4AEC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egmented Rule 37">
            <a:extLst>
              <a:ext uri="{FF2B5EF4-FFF2-40B4-BE49-F238E27FC236}">
                <a16:creationId xmlns:a16="http://schemas.microsoft.com/office/drawing/2014/main" id="{02391F46-3959-74F4-1DA8-6BE0615498B5}"/>
              </a:ext>
            </a:extLst>
          </p:cNvPr>
          <p:cNvSpPr>
            <a:spLocks noGrp="1"/>
          </p:cNvSpPr>
          <p:nvPr/>
        </p:nvSpPr>
        <p:spPr>
          <a:xfrm>
            <a:off x="7265822" y="1051560"/>
            <a:ext cx="196596" cy="45720"/>
          </a:xfrm>
          <a:prstGeom prst="rect">
            <a:avLst/>
          </a:prstGeom>
          <a:solidFill>
            <a:srgbClr val="A8B1C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egmented Rule 38">
            <a:extLst>
              <a:ext uri="{FF2B5EF4-FFF2-40B4-BE49-F238E27FC236}">
                <a16:creationId xmlns:a16="http://schemas.microsoft.com/office/drawing/2014/main" id="{D29B293E-817E-77C6-C05E-C002688C38D9}"/>
              </a:ext>
            </a:extLst>
          </p:cNvPr>
          <p:cNvSpPr>
            <a:spLocks noGrp="1"/>
          </p:cNvSpPr>
          <p:nvPr/>
        </p:nvSpPr>
        <p:spPr>
          <a:xfrm>
            <a:off x="7458761" y="1051560"/>
            <a:ext cx="196596" cy="45720"/>
          </a:xfrm>
          <a:prstGeom prst="rect">
            <a:avLst/>
          </a:prstGeom>
          <a:solidFill>
            <a:srgbClr val="ABB5C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egmented Rule 39">
            <a:extLst>
              <a:ext uri="{FF2B5EF4-FFF2-40B4-BE49-F238E27FC236}">
                <a16:creationId xmlns:a16="http://schemas.microsoft.com/office/drawing/2014/main" id="{CEC7CD75-7572-40C8-DA14-5ADD21A0D22F}"/>
              </a:ext>
            </a:extLst>
          </p:cNvPr>
          <p:cNvSpPr>
            <a:spLocks noGrp="1"/>
          </p:cNvSpPr>
          <p:nvPr/>
        </p:nvSpPr>
        <p:spPr>
          <a:xfrm>
            <a:off x="7651699" y="1051560"/>
            <a:ext cx="196596" cy="45720"/>
          </a:xfrm>
          <a:prstGeom prst="rect">
            <a:avLst/>
          </a:prstGeom>
          <a:solidFill>
            <a:srgbClr val="AFB8C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egmented Rule 40">
            <a:extLst>
              <a:ext uri="{FF2B5EF4-FFF2-40B4-BE49-F238E27FC236}">
                <a16:creationId xmlns:a16="http://schemas.microsoft.com/office/drawing/2014/main" id="{B86A2993-CE2F-19B9-D3B4-B9635725C2A3}"/>
              </a:ext>
            </a:extLst>
          </p:cNvPr>
          <p:cNvSpPr>
            <a:spLocks noGrp="1"/>
          </p:cNvSpPr>
          <p:nvPr/>
        </p:nvSpPr>
        <p:spPr>
          <a:xfrm>
            <a:off x="7844638" y="1051560"/>
            <a:ext cx="196596" cy="45720"/>
          </a:xfrm>
          <a:prstGeom prst="rect">
            <a:avLst/>
          </a:prstGeom>
          <a:solidFill>
            <a:srgbClr val="B3BCC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egmented Rule 41">
            <a:extLst>
              <a:ext uri="{FF2B5EF4-FFF2-40B4-BE49-F238E27FC236}">
                <a16:creationId xmlns:a16="http://schemas.microsoft.com/office/drawing/2014/main" id="{B8F691E1-CE3F-1AFA-3B47-4CED20CAFEA8}"/>
              </a:ext>
            </a:extLst>
          </p:cNvPr>
          <p:cNvSpPr>
            <a:spLocks noGrp="1"/>
          </p:cNvSpPr>
          <p:nvPr/>
        </p:nvSpPr>
        <p:spPr>
          <a:xfrm>
            <a:off x="8037576" y="1051560"/>
            <a:ext cx="196596" cy="45720"/>
          </a:xfrm>
          <a:prstGeom prst="rect">
            <a:avLst/>
          </a:prstGeom>
          <a:solidFill>
            <a:srgbClr val="B7BFC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egmented Rule 42">
            <a:extLst>
              <a:ext uri="{FF2B5EF4-FFF2-40B4-BE49-F238E27FC236}">
                <a16:creationId xmlns:a16="http://schemas.microsoft.com/office/drawing/2014/main" id="{1E871A1F-BA7D-6761-FE1A-E59E6DB22120}"/>
              </a:ext>
            </a:extLst>
          </p:cNvPr>
          <p:cNvSpPr>
            <a:spLocks noGrp="1"/>
          </p:cNvSpPr>
          <p:nvPr/>
        </p:nvSpPr>
        <p:spPr>
          <a:xfrm>
            <a:off x="8230514" y="1051560"/>
            <a:ext cx="196596" cy="45720"/>
          </a:xfrm>
          <a:prstGeom prst="rect">
            <a:avLst/>
          </a:prstGeom>
          <a:solidFill>
            <a:srgbClr val="BBC2D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egmented Rule 43">
            <a:extLst>
              <a:ext uri="{FF2B5EF4-FFF2-40B4-BE49-F238E27FC236}">
                <a16:creationId xmlns:a16="http://schemas.microsoft.com/office/drawing/2014/main" id="{E8730675-6EB9-0697-07E4-85471CD2EB2C}"/>
              </a:ext>
            </a:extLst>
          </p:cNvPr>
          <p:cNvSpPr>
            <a:spLocks noGrp="1"/>
          </p:cNvSpPr>
          <p:nvPr/>
        </p:nvSpPr>
        <p:spPr>
          <a:xfrm>
            <a:off x="8423453" y="1051560"/>
            <a:ext cx="196596" cy="45720"/>
          </a:xfrm>
          <a:prstGeom prst="rect">
            <a:avLst/>
          </a:prstGeom>
          <a:solidFill>
            <a:srgbClr val="BEC6D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egmented Rule 44">
            <a:extLst>
              <a:ext uri="{FF2B5EF4-FFF2-40B4-BE49-F238E27FC236}">
                <a16:creationId xmlns:a16="http://schemas.microsoft.com/office/drawing/2014/main" id="{D8E15BAF-C4A2-C3E7-27E4-6590C557E0E7}"/>
              </a:ext>
            </a:extLst>
          </p:cNvPr>
          <p:cNvSpPr>
            <a:spLocks noGrp="1"/>
          </p:cNvSpPr>
          <p:nvPr/>
        </p:nvSpPr>
        <p:spPr>
          <a:xfrm>
            <a:off x="8616391" y="1051560"/>
            <a:ext cx="196596" cy="45720"/>
          </a:xfrm>
          <a:prstGeom prst="rect">
            <a:avLst/>
          </a:prstGeom>
          <a:solidFill>
            <a:srgbClr val="C2C9D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egmented Rule 45">
            <a:extLst>
              <a:ext uri="{FF2B5EF4-FFF2-40B4-BE49-F238E27FC236}">
                <a16:creationId xmlns:a16="http://schemas.microsoft.com/office/drawing/2014/main" id="{DF129C87-A445-1970-C0C1-5FBFED5DF1F8}"/>
              </a:ext>
            </a:extLst>
          </p:cNvPr>
          <p:cNvSpPr>
            <a:spLocks noGrp="1"/>
          </p:cNvSpPr>
          <p:nvPr/>
        </p:nvSpPr>
        <p:spPr>
          <a:xfrm>
            <a:off x="8809330" y="1051560"/>
            <a:ext cx="196596" cy="45720"/>
          </a:xfrm>
          <a:prstGeom prst="rect">
            <a:avLst/>
          </a:prstGeom>
          <a:solidFill>
            <a:srgbClr val="C6CCD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egmented Rule 46">
            <a:extLst>
              <a:ext uri="{FF2B5EF4-FFF2-40B4-BE49-F238E27FC236}">
                <a16:creationId xmlns:a16="http://schemas.microsoft.com/office/drawing/2014/main" id="{4C7B6E2A-296A-B561-47FB-85971106CC01}"/>
              </a:ext>
            </a:extLst>
          </p:cNvPr>
          <p:cNvSpPr>
            <a:spLocks noGrp="1"/>
          </p:cNvSpPr>
          <p:nvPr/>
        </p:nvSpPr>
        <p:spPr>
          <a:xfrm>
            <a:off x="9002268" y="1051560"/>
            <a:ext cx="196596" cy="45720"/>
          </a:xfrm>
          <a:prstGeom prst="rect">
            <a:avLst/>
          </a:prstGeom>
          <a:solidFill>
            <a:srgbClr val="CAD0D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egmented Rule 47">
            <a:extLst>
              <a:ext uri="{FF2B5EF4-FFF2-40B4-BE49-F238E27FC236}">
                <a16:creationId xmlns:a16="http://schemas.microsoft.com/office/drawing/2014/main" id="{D29FD3B0-1632-5FAC-8041-5586998076C6}"/>
              </a:ext>
            </a:extLst>
          </p:cNvPr>
          <p:cNvSpPr>
            <a:spLocks noGrp="1"/>
          </p:cNvSpPr>
          <p:nvPr/>
        </p:nvSpPr>
        <p:spPr>
          <a:xfrm>
            <a:off x="9195206" y="1051560"/>
            <a:ext cx="196596" cy="45720"/>
          </a:xfrm>
          <a:prstGeom prst="rect">
            <a:avLst/>
          </a:prstGeom>
          <a:solidFill>
            <a:srgbClr val="CED3D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Segmented Rule 48">
            <a:extLst>
              <a:ext uri="{FF2B5EF4-FFF2-40B4-BE49-F238E27FC236}">
                <a16:creationId xmlns:a16="http://schemas.microsoft.com/office/drawing/2014/main" id="{20DE9904-8DDC-96A8-C1FA-AAB9454E06CA}"/>
              </a:ext>
            </a:extLst>
          </p:cNvPr>
          <p:cNvSpPr>
            <a:spLocks noGrp="1"/>
          </p:cNvSpPr>
          <p:nvPr/>
        </p:nvSpPr>
        <p:spPr>
          <a:xfrm>
            <a:off x="9388145" y="1051560"/>
            <a:ext cx="196596" cy="45720"/>
          </a:xfrm>
          <a:prstGeom prst="rect">
            <a:avLst/>
          </a:prstGeom>
          <a:solidFill>
            <a:srgbClr val="D1D7D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egmented Rule 49">
            <a:extLst>
              <a:ext uri="{FF2B5EF4-FFF2-40B4-BE49-F238E27FC236}">
                <a16:creationId xmlns:a16="http://schemas.microsoft.com/office/drawing/2014/main" id="{3DDFB534-9533-E03F-03F9-88B3A6B81C6B}"/>
              </a:ext>
            </a:extLst>
          </p:cNvPr>
          <p:cNvSpPr>
            <a:spLocks noGrp="1"/>
          </p:cNvSpPr>
          <p:nvPr/>
        </p:nvSpPr>
        <p:spPr>
          <a:xfrm>
            <a:off x="9581083" y="1051560"/>
            <a:ext cx="196596" cy="45720"/>
          </a:xfrm>
          <a:prstGeom prst="rect">
            <a:avLst/>
          </a:prstGeom>
          <a:solidFill>
            <a:srgbClr val="D5DAE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Segmented Rule 50">
            <a:extLst>
              <a:ext uri="{FF2B5EF4-FFF2-40B4-BE49-F238E27FC236}">
                <a16:creationId xmlns:a16="http://schemas.microsoft.com/office/drawing/2014/main" id="{801CB1C5-23B5-D8DC-85FE-8793DC4A124D}"/>
              </a:ext>
            </a:extLst>
          </p:cNvPr>
          <p:cNvSpPr>
            <a:spLocks noGrp="1"/>
          </p:cNvSpPr>
          <p:nvPr/>
        </p:nvSpPr>
        <p:spPr>
          <a:xfrm>
            <a:off x="9774022" y="1051560"/>
            <a:ext cx="196596" cy="45720"/>
          </a:xfrm>
          <a:prstGeom prst="rect">
            <a:avLst/>
          </a:prstGeom>
          <a:solidFill>
            <a:srgbClr val="D9DDE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egmented Rule 51">
            <a:extLst>
              <a:ext uri="{FF2B5EF4-FFF2-40B4-BE49-F238E27FC236}">
                <a16:creationId xmlns:a16="http://schemas.microsoft.com/office/drawing/2014/main" id="{E01E9EE7-B7BB-3AA0-7E3F-DA52866E306D}"/>
              </a:ext>
            </a:extLst>
          </p:cNvPr>
          <p:cNvSpPr>
            <a:spLocks noGrp="1"/>
          </p:cNvSpPr>
          <p:nvPr/>
        </p:nvSpPr>
        <p:spPr>
          <a:xfrm>
            <a:off x="9966960" y="1051560"/>
            <a:ext cx="196596" cy="45720"/>
          </a:xfrm>
          <a:prstGeom prst="rect">
            <a:avLst/>
          </a:prstGeom>
          <a:solidFill>
            <a:srgbClr val="DDE1E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Segmented Rule 52">
            <a:extLst>
              <a:ext uri="{FF2B5EF4-FFF2-40B4-BE49-F238E27FC236}">
                <a16:creationId xmlns:a16="http://schemas.microsoft.com/office/drawing/2014/main" id="{54B541F0-9201-889D-D03F-883BA6A7AB3B}"/>
              </a:ext>
            </a:extLst>
          </p:cNvPr>
          <p:cNvSpPr>
            <a:spLocks noGrp="1"/>
          </p:cNvSpPr>
          <p:nvPr/>
        </p:nvSpPr>
        <p:spPr>
          <a:xfrm>
            <a:off x="10159898" y="1051560"/>
            <a:ext cx="196596" cy="45720"/>
          </a:xfrm>
          <a:prstGeom prst="rect">
            <a:avLst/>
          </a:prstGeom>
          <a:solidFill>
            <a:srgbClr val="E1E4E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Segmented Rule 53">
            <a:extLst>
              <a:ext uri="{FF2B5EF4-FFF2-40B4-BE49-F238E27FC236}">
                <a16:creationId xmlns:a16="http://schemas.microsoft.com/office/drawing/2014/main" id="{47456BB4-BD67-D6C7-13FB-F12F4842ECE6}"/>
              </a:ext>
            </a:extLst>
          </p:cNvPr>
          <p:cNvSpPr>
            <a:spLocks noGrp="1"/>
          </p:cNvSpPr>
          <p:nvPr/>
        </p:nvSpPr>
        <p:spPr>
          <a:xfrm>
            <a:off x="10352837" y="1051560"/>
            <a:ext cx="196596" cy="45720"/>
          </a:xfrm>
          <a:prstGeom prst="rect">
            <a:avLst/>
          </a:prstGeom>
          <a:solidFill>
            <a:srgbClr val="E4E7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egmented Rule 54">
            <a:extLst>
              <a:ext uri="{FF2B5EF4-FFF2-40B4-BE49-F238E27FC236}">
                <a16:creationId xmlns:a16="http://schemas.microsoft.com/office/drawing/2014/main" id="{9D60187E-2441-76A1-1DD5-7D763149ACA2}"/>
              </a:ext>
            </a:extLst>
          </p:cNvPr>
          <p:cNvSpPr>
            <a:spLocks noGrp="1"/>
          </p:cNvSpPr>
          <p:nvPr/>
        </p:nvSpPr>
        <p:spPr>
          <a:xfrm>
            <a:off x="10545775" y="1051560"/>
            <a:ext cx="196596" cy="45720"/>
          </a:xfrm>
          <a:prstGeom prst="rect">
            <a:avLst/>
          </a:prstGeom>
          <a:solidFill>
            <a:srgbClr val="E8EBE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egmented Rule 55">
            <a:extLst>
              <a:ext uri="{FF2B5EF4-FFF2-40B4-BE49-F238E27FC236}">
                <a16:creationId xmlns:a16="http://schemas.microsoft.com/office/drawing/2014/main" id="{A013E630-9018-254E-B020-A431D5108D1A}"/>
              </a:ext>
            </a:extLst>
          </p:cNvPr>
          <p:cNvSpPr>
            <a:spLocks noGrp="1"/>
          </p:cNvSpPr>
          <p:nvPr/>
        </p:nvSpPr>
        <p:spPr>
          <a:xfrm>
            <a:off x="10738714" y="1051560"/>
            <a:ext cx="196596" cy="45720"/>
          </a:xfrm>
          <a:prstGeom prst="rect">
            <a:avLst/>
          </a:prstGeom>
          <a:solidFill>
            <a:srgbClr val="ECEEF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Segmented Rule 56">
            <a:extLst>
              <a:ext uri="{FF2B5EF4-FFF2-40B4-BE49-F238E27FC236}">
                <a16:creationId xmlns:a16="http://schemas.microsoft.com/office/drawing/2014/main" id="{61B0DD9B-4115-627B-CB8B-22DE0D325644}"/>
              </a:ext>
            </a:extLst>
          </p:cNvPr>
          <p:cNvSpPr>
            <a:spLocks noGrp="1"/>
          </p:cNvSpPr>
          <p:nvPr/>
        </p:nvSpPr>
        <p:spPr>
          <a:xfrm>
            <a:off x="10931652" y="1051560"/>
            <a:ext cx="196596" cy="45720"/>
          </a:xfrm>
          <a:prstGeom prst="rect">
            <a:avLst/>
          </a:prstGeom>
          <a:solidFill>
            <a:srgbClr val="F0F2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egmented Rule 57">
            <a:extLst>
              <a:ext uri="{FF2B5EF4-FFF2-40B4-BE49-F238E27FC236}">
                <a16:creationId xmlns:a16="http://schemas.microsoft.com/office/drawing/2014/main" id="{E53DEDFE-8DC4-E3BA-7AF3-9831D189974C}"/>
              </a:ext>
            </a:extLst>
          </p:cNvPr>
          <p:cNvSpPr>
            <a:spLocks noGrp="1"/>
          </p:cNvSpPr>
          <p:nvPr/>
        </p:nvSpPr>
        <p:spPr>
          <a:xfrm>
            <a:off x="11124590" y="1051560"/>
            <a:ext cx="196596" cy="45720"/>
          </a:xfrm>
          <a:prstGeom prst="rect">
            <a:avLst/>
          </a:prstGeom>
          <a:solidFill>
            <a:srgbClr val="F4F5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egmented Rule 58">
            <a:extLst>
              <a:ext uri="{FF2B5EF4-FFF2-40B4-BE49-F238E27FC236}">
                <a16:creationId xmlns:a16="http://schemas.microsoft.com/office/drawing/2014/main" id="{E9642F54-D6A1-9CE5-EF2F-692D5EE41213}"/>
              </a:ext>
            </a:extLst>
          </p:cNvPr>
          <p:cNvSpPr>
            <a:spLocks noGrp="1"/>
          </p:cNvSpPr>
          <p:nvPr/>
        </p:nvSpPr>
        <p:spPr>
          <a:xfrm>
            <a:off x="11317529" y="1051560"/>
            <a:ext cx="196596" cy="45720"/>
          </a:xfrm>
          <a:prstGeom prst="rect">
            <a:avLst/>
          </a:prstGeom>
          <a:solidFill>
            <a:srgbClr val="F7F8F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Segmented Rule 59">
            <a:extLst>
              <a:ext uri="{FF2B5EF4-FFF2-40B4-BE49-F238E27FC236}">
                <a16:creationId xmlns:a16="http://schemas.microsoft.com/office/drawing/2014/main" id="{792B7FB3-8D76-5D1F-BA09-B1105E9F2A13}"/>
              </a:ext>
            </a:extLst>
          </p:cNvPr>
          <p:cNvSpPr>
            <a:spLocks noGrp="1"/>
          </p:cNvSpPr>
          <p:nvPr/>
        </p:nvSpPr>
        <p:spPr>
          <a:xfrm>
            <a:off x="11510467" y="1051560"/>
            <a:ext cx="196596" cy="45720"/>
          </a:xfrm>
          <a:prstGeom prst="rect">
            <a:avLst/>
          </a:prstGeom>
          <a:solidFill>
            <a:srgbClr val="FBFCF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Segmented Rule 60">
            <a:extLst>
              <a:ext uri="{FF2B5EF4-FFF2-40B4-BE49-F238E27FC236}">
                <a16:creationId xmlns:a16="http://schemas.microsoft.com/office/drawing/2014/main" id="{DD8ACB24-BE1B-E9D6-6760-B7E8D0072CC6}"/>
              </a:ext>
            </a:extLst>
          </p:cNvPr>
          <p:cNvSpPr>
            <a:spLocks noGrp="1"/>
          </p:cNvSpPr>
          <p:nvPr/>
        </p:nvSpPr>
        <p:spPr>
          <a:xfrm>
            <a:off x="11703406" y="1051560"/>
            <a:ext cx="196596" cy="45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chevron-132">
            <a:extLst>
              <a:ext uri="{FF2B5EF4-FFF2-40B4-BE49-F238E27FC236}">
                <a16:creationId xmlns:a16="http://schemas.microsoft.com/office/drawing/2014/main" id="{5059C51F-4D85-D258-A5EF-200BE8C8F02A}"/>
              </a:ext>
            </a:extLst>
          </p:cNvPr>
          <p:cNvSpPr>
            <a:spLocks noGrp="1"/>
          </p:cNvSpPr>
          <p:nvPr/>
        </p:nvSpPr>
        <p:spPr>
          <a:xfrm>
            <a:off x="178765" y="1481419"/>
            <a:ext cx="4098341" cy="50292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 dirty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lang="zh-CN" altLang="en-US" b="1" dirty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对于许多数学与计算机科学问题</a:t>
            </a:r>
            <a:endParaRPr sz="1800" b="1" i="0" dirty="0">
              <a:solidFill>
                <a:srgbClr val="1F386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3" name="text">
            <a:extLst>
              <a:ext uri="{FF2B5EF4-FFF2-40B4-BE49-F238E27FC236}">
                <a16:creationId xmlns:a16="http://schemas.microsoft.com/office/drawing/2014/main" id="{C698A459-617D-D89C-12E2-12FAEE5E332A}"/>
              </a:ext>
            </a:extLst>
          </p:cNvPr>
          <p:cNvSpPr>
            <a:spLocks noGrp="1"/>
          </p:cNvSpPr>
          <p:nvPr/>
        </p:nvSpPr>
        <p:spPr>
          <a:xfrm>
            <a:off x="566928" y="1783440"/>
            <a:ext cx="5394960" cy="4572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>
              <a:defRPr sz="12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endParaRPr sz="1275" b="0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9" name="text">
            <a:extLst>
              <a:ext uri="{FF2B5EF4-FFF2-40B4-BE49-F238E27FC236}">
                <a16:creationId xmlns:a16="http://schemas.microsoft.com/office/drawing/2014/main" id="{7DFC55BD-A0F3-EB5F-267A-37EFCA3D9CE6}"/>
              </a:ext>
            </a:extLst>
          </p:cNvPr>
          <p:cNvSpPr>
            <a:spLocks noGrp="1"/>
          </p:cNvSpPr>
          <p:nvPr/>
        </p:nvSpPr>
        <p:spPr>
          <a:xfrm>
            <a:off x="548640" y="3291840"/>
            <a:ext cx="5394960" cy="45720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endParaRPr sz="1275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3" name="callout-text">
            <a:extLst>
              <a:ext uri="{FF2B5EF4-FFF2-40B4-BE49-F238E27FC236}">
                <a16:creationId xmlns:a16="http://schemas.microsoft.com/office/drawing/2014/main" id="{AFAEE35C-D934-082D-BF45-6052813E0DE4}"/>
              </a:ext>
            </a:extLst>
          </p:cNvPr>
          <p:cNvSpPr>
            <a:spLocks noGrp="1"/>
          </p:cNvSpPr>
          <p:nvPr/>
        </p:nvSpPr>
        <p:spPr>
          <a:xfrm>
            <a:off x="2011245" y="5412587"/>
            <a:ext cx="7808017" cy="658368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endParaRPr sz="20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9" name="流程图: 可选过程 158">
            <a:extLst>
              <a:ext uri="{FF2B5EF4-FFF2-40B4-BE49-F238E27FC236}">
                <a16:creationId xmlns:a16="http://schemas.microsoft.com/office/drawing/2014/main" id="{DB1032C6-02BD-D650-DC58-0B05755C69A9}"/>
              </a:ext>
            </a:extLst>
          </p:cNvPr>
          <p:cNvSpPr/>
          <p:nvPr/>
        </p:nvSpPr>
        <p:spPr>
          <a:xfrm>
            <a:off x="670167" y="2027087"/>
            <a:ext cx="3544389" cy="1940087"/>
          </a:xfrm>
          <a:prstGeom prst="flowChartAlternateProcess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1B788803-A023-ED82-3196-1612130D7166}"/>
              </a:ext>
            </a:extLst>
          </p:cNvPr>
          <p:cNvSpPr txBox="1"/>
          <p:nvPr/>
        </p:nvSpPr>
        <p:spPr>
          <a:xfrm>
            <a:off x="997153" y="2099750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Microsoft YaHei"/>
                <a:ea typeface="Microsoft YaHei"/>
              </a:rPr>
              <a:t>特点：难于求解，但易于评价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1" name="chevron-132">
            <a:extLst>
              <a:ext uri="{FF2B5EF4-FFF2-40B4-BE49-F238E27FC236}">
                <a16:creationId xmlns:a16="http://schemas.microsoft.com/office/drawing/2014/main" id="{43FAC679-5294-7A52-7F70-9BBC90E97C85}"/>
              </a:ext>
            </a:extLst>
          </p:cNvPr>
          <p:cNvSpPr>
            <a:spLocks noGrp="1"/>
          </p:cNvSpPr>
          <p:nvPr/>
        </p:nvSpPr>
        <p:spPr>
          <a:xfrm>
            <a:off x="6809994" y="1487170"/>
            <a:ext cx="4098341" cy="50292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 dirty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▸ </a:t>
            </a:r>
            <a:r>
              <a:rPr lang="zh-CN" altLang="en-US" b="1" dirty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对于大多数大语言模型（</a:t>
            </a:r>
            <a:r>
              <a:rPr lang="en-US" altLang="zh-CN" b="1" dirty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LLMs</a:t>
            </a:r>
            <a:r>
              <a:rPr lang="zh-CN" altLang="en-US" b="1" dirty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）</a:t>
            </a:r>
            <a:endParaRPr sz="1800" b="1" i="0" dirty="0">
              <a:solidFill>
                <a:srgbClr val="1F386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3" name="流程图: 可选过程 162">
            <a:extLst>
              <a:ext uri="{FF2B5EF4-FFF2-40B4-BE49-F238E27FC236}">
                <a16:creationId xmlns:a16="http://schemas.microsoft.com/office/drawing/2014/main" id="{26599903-814F-72B2-870F-7FDF931FB41D}"/>
              </a:ext>
            </a:extLst>
          </p:cNvPr>
          <p:cNvSpPr/>
          <p:nvPr/>
        </p:nvSpPr>
        <p:spPr>
          <a:xfrm>
            <a:off x="6757852" y="2039112"/>
            <a:ext cx="4260996" cy="1940087"/>
          </a:xfrm>
          <a:prstGeom prst="flowChartAlternateProcess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64AE2E98-A884-1123-338F-3AC4E599A968}"/>
              </a:ext>
            </a:extLst>
          </p:cNvPr>
          <p:cNvSpPr txBox="1"/>
          <p:nvPr/>
        </p:nvSpPr>
        <p:spPr>
          <a:xfrm>
            <a:off x="804215" y="2414677"/>
            <a:ext cx="3057247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zh-CN" sz="1800" b="1" i="0" dirty="0">
                <a:solidFill>
                  <a:schemeClr val="tx1"/>
                </a:solidFill>
                <a:effectLst/>
                <a:latin typeface="+mn-lt"/>
              </a:rPr>
              <a:t>- </a:t>
            </a:r>
            <a:r>
              <a:rPr lang="zh-CN" altLang="zh-CN" sz="1800" b="1" i="0" dirty="0">
                <a:solidFill>
                  <a:schemeClr val="tx1"/>
                </a:solidFill>
                <a:effectLst/>
                <a:latin typeface="+mn-lt"/>
              </a:rPr>
              <a:t>旅行商问题 (TSP</a:t>
            </a:r>
            <a:r>
              <a:rPr lang="en-US" altLang="zh-CN" sz="1800" b="1" i="0" dirty="0">
                <a:solidFill>
                  <a:schemeClr val="tx1"/>
                </a:solidFill>
                <a:effectLst/>
                <a:latin typeface="+mn-lt"/>
              </a:rPr>
              <a:t>)</a:t>
            </a:r>
          </a:p>
          <a:p>
            <a:r>
              <a:rPr lang="en-US" altLang="zh-CN" b="1" dirty="0"/>
              <a:t>- </a:t>
            </a:r>
            <a:r>
              <a:rPr lang="zh-CN" altLang="zh-CN" b="1" dirty="0"/>
              <a:t>背包问题 (</a:t>
            </a:r>
            <a:r>
              <a:rPr lang="en-US" altLang="zh-CN" b="1" dirty="0"/>
              <a:t>KP</a:t>
            </a:r>
            <a:r>
              <a:rPr lang="zh-CN" altLang="zh-CN" b="1" dirty="0"/>
              <a:t>)</a:t>
            </a:r>
            <a:endParaRPr lang="en-US" altLang="zh-CN" b="1" dirty="0"/>
          </a:p>
          <a:p>
            <a:r>
              <a:rPr lang="en-US" altLang="zh-CN" b="1" dirty="0"/>
              <a:t>- </a:t>
            </a:r>
            <a:r>
              <a:rPr lang="zh-CN" altLang="zh-CN" b="1" dirty="0"/>
              <a:t>装箱问题 (</a:t>
            </a:r>
            <a:r>
              <a:rPr lang="en-US" altLang="zh-CN" b="1" dirty="0"/>
              <a:t>BP</a:t>
            </a:r>
            <a:r>
              <a:rPr lang="zh-CN" altLang="zh-CN" b="1" dirty="0"/>
              <a:t>)</a:t>
            </a:r>
            <a:endParaRPr lang="en-US" altLang="zh-CN" b="1" dirty="0"/>
          </a:p>
          <a:p>
            <a:r>
              <a:rPr lang="en-US" altLang="zh-CN" b="1" dirty="0"/>
              <a:t>- </a:t>
            </a:r>
            <a:r>
              <a:rPr lang="zh-CN" altLang="zh-CN" b="1" dirty="0"/>
              <a:t>最大独立集问题 (</a:t>
            </a:r>
            <a:r>
              <a:rPr lang="en-US" altLang="zh-CN" b="1" dirty="0"/>
              <a:t>MIS</a:t>
            </a:r>
            <a:r>
              <a:rPr lang="zh-CN" altLang="zh-CN" b="1" dirty="0"/>
              <a:t>)</a:t>
            </a:r>
            <a:endParaRPr lang="en-US" altLang="zh-CN" b="1" dirty="0"/>
          </a:p>
          <a:p>
            <a:r>
              <a:rPr lang="en-US" altLang="zh-CN" b="1" dirty="0"/>
              <a:t>- </a:t>
            </a:r>
            <a:r>
              <a:rPr lang="zh-CN" altLang="zh-CN" b="1" dirty="0"/>
              <a:t>数独 (Sudoku)</a:t>
            </a: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1CF27D29-011C-F8F6-E2DC-0B166E324D97}"/>
              </a:ext>
            </a:extLst>
          </p:cNvPr>
          <p:cNvSpPr txBox="1"/>
          <p:nvPr/>
        </p:nvSpPr>
        <p:spPr>
          <a:xfrm>
            <a:off x="6930924" y="2266153"/>
            <a:ext cx="3953408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zh-CN" b="1" dirty="0"/>
              <a:t>- </a:t>
            </a:r>
            <a:r>
              <a:rPr lang="zh-CN" altLang="en-US" b="1" dirty="0"/>
              <a:t>代码生成、推理、模式识别都很强</a:t>
            </a:r>
            <a:endParaRPr lang="en-US" altLang="zh-CN" b="1" dirty="0"/>
          </a:p>
          <a:p>
            <a:r>
              <a:rPr lang="en-US" altLang="zh-CN" b="1" dirty="0"/>
              <a:t>- </a:t>
            </a:r>
            <a:r>
              <a:rPr lang="zh-CN" altLang="en-US" b="1" dirty="0"/>
              <a:t>容易出现幻觉</a:t>
            </a:r>
            <a:endParaRPr lang="en-US" altLang="zh-CN" b="1" dirty="0"/>
          </a:p>
          <a:p>
            <a:r>
              <a:rPr lang="en-US" altLang="zh-CN" b="1" dirty="0"/>
              <a:t>- </a:t>
            </a:r>
            <a:r>
              <a:rPr lang="zh-CN" altLang="zh-CN" b="1" dirty="0"/>
              <a:t>虚构信息</a:t>
            </a:r>
            <a:endParaRPr lang="en-US" altLang="zh-CN" b="1" dirty="0"/>
          </a:p>
          <a:p>
            <a:r>
              <a:rPr lang="en-US" altLang="zh-CN" b="1" dirty="0"/>
              <a:t>- </a:t>
            </a:r>
            <a:r>
              <a:rPr lang="zh-CN" altLang="zh-CN" b="1" dirty="0"/>
              <a:t>最终未能超越现有的成果。</a:t>
            </a:r>
            <a:endParaRPr lang="en-US" altLang="zh-CN" b="1" dirty="0"/>
          </a:p>
          <a:p>
            <a:r>
              <a:rPr lang="en-US" altLang="zh-CN" b="1" dirty="0"/>
              <a:t>- </a:t>
            </a:r>
            <a:r>
              <a:rPr lang="zh-CN" altLang="en-US" b="1" dirty="0"/>
              <a:t>难以解决开放性问题</a:t>
            </a:r>
            <a:endParaRPr lang="en-US" altLang="zh-CN" b="1" dirty="0"/>
          </a:p>
          <a:p>
            <a:endParaRPr lang="en-US" altLang="zh-CN" dirty="0">
              <a:solidFill>
                <a:srgbClr val="1A1A1A"/>
              </a:solidFill>
              <a:latin typeface="Microsoft YaHei"/>
              <a:ea typeface="Microsoft YaHei"/>
            </a:endParaRPr>
          </a:p>
          <a:p>
            <a:endParaRPr lang="en-US" altLang="zh-CN" dirty="0">
              <a:solidFill>
                <a:srgbClr val="1A1A1A"/>
              </a:solidFill>
              <a:latin typeface="Microsoft YaHei"/>
              <a:ea typeface="Microsoft YaHei"/>
            </a:endParaRPr>
          </a:p>
          <a:p>
            <a:endParaRPr lang="zh-CN" altLang="en-US" dirty="0"/>
          </a:p>
        </p:txBody>
      </p:sp>
      <p:sp>
        <p:nvSpPr>
          <p:cNvPr id="171" name="空心弧 170">
            <a:extLst>
              <a:ext uri="{FF2B5EF4-FFF2-40B4-BE49-F238E27FC236}">
                <a16:creationId xmlns:a16="http://schemas.microsoft.com/office/drawing/2014/main" id="{FE69AE8C-5ED8-3519-8C6D-3C4C240D2AD3}"/>
              </a:ext>
            </a:extLst>
          </p:cNvPr>
          <p:cNvSpPr/>
          <p:nvPr/>
        </p:nvSpPr>
        <p:spPr>
          <a:xfrm rot="10800000">
            <a:off x="3581880" y="3078714"/>
            <a:ext cx="3953408" cy="1862415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ECD24389-8BFD-2EEE-9523-596317ADF366}"/>
              </a:ext>
            </a:extLst>
          </p:cNvPr>
          <p:cNvSpPr txBox="1"/>
          <p:nvPr/>
        </p:nvSpPr>
        <p:spPr>
          <a:xfrm>
            <a:off x="1082650" y="5352022"/>
            <a:ext cx="96439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核心痛点：具有很大潜力的 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LLMs 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在解决开放性问题上因为模型自身产生的幻觉受阻</a:t>
            </a:r>
          </a:p>
        </p:txBody>
      </p:sp>
    </p:spTree>
    <p:extLst>
      <p:ext uri="{BB962C8B-B14F-4D97-AF65-F5344CB8AC3E}">
        <p14:creationId xmlns:p14="http://schemas.microsoft.com/office/powerpoint/2010/main" val="2549836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65CDEEDD-88A4-AA1F-2FDE-6B6A10FC3667}"/>
              </a:ext>
            </a:extLst>
          </p:cNvPr>
          <p:cNvSpPr txBox="1"/>
          <p:nvPr/>
        </p:nvSpPr>
        <p:spPr>
          <a:xfrm>
            <a:off x="4757623" y="5527145"/>
            <a:ext cx="6936514" cy="1323439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ctr"/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</a:rPr>
              <a:t>Funsearch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：将 </a:t>
            </a:r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</a:rPr>
              <a:t>LLMs </a:t>
            </a: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与评估器相结合</a:t>
            </a:r>
            <a:endParaRPr lang="en-US" altLang="zh-CN" sz="3200" b="1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（前者提供创新性的方案，后者防止虚构和错误的想法）</a:t>
            </a:r>
          </a:p>
          <a:p>
            <a:pPr algn="ctr"/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1" name="title-marker-1">
            <a:extLst>
              <a:ext uri="{FF2B5EF4-FFF2-40B4-BE49-F238E27FC236}">
                <a16:creationId xmlns:a16="http://schemas.microsoft.com/office/drawing/2014/main" id="{695017C2-9A2F-A93D-9923-357893045C23}"/>
              </a:ext>
            </a:extLst>
          </p:cNvPr>
          <p:cNvSpPr>
            <a:spLocks noGrp="1"/>
          </p:cNvSpPr>
          <p:nvPr/>
        </p:nvSpPr>
        <p:spPr>
          <a:xfrm>
            <a:off x="320040" y="365760"/>
            <a:ext cx="164592" cy="384048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3" name="title-marker-2">
            <a:extLst>
              <a:ext uri="{FF2B5EF4-FFF2-40B4-BE49-F238E27FC236}">
                <a16:creationId xmlns:a16="http://schemas.microsoft.com/office/drawing/2014/main" id="{8B1C1B76-E160-9AC1-40A5-5CDB73592006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73152" cy="384048"/>
          </a:xfrm>
          <a:prstGeom prst="rect">
            <a:avLst/>
          </a:prstGeom>
          <a:solidFill>
            <a:srgbClr val="2E5EA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5" name="slide-title">
            <a:extLst>
              <a:ext uri="{FF2B5EF4-FFF2-40B4-BE49-F238E27FC236}">
                <a16:creationId xmlns:a16="http://schemas.microsoft.com/office/drawing/2014/main" id="{03E267E3-F3E2-BE71-7158-40B070F0FED2}"/>
              </a:ext>
            </a:extLst>
          </p:cNvPr>
          <p:cNvSpPr>
            <a:spLocks noGrp="1"/>
          </p:cNvSpPr>
          <p:nvPr/>
        </p:nvSpPr>
        <p:spPr>
          <a:xfrm>
            <a:off x="868680" y="228600"/>
            <a:ext cx="108813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02 </a:t>
            </a:r>
            <a:r>
              <a:rPr lang="en-US" altLang="zh-CN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Funsearch </a:t>
            </a:r>
            <a:r>
              <a:rPr lang="zh-CN" altLang="en-US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核心设计</a:t>
            </a:r>
            <a:endParaRPr sz="24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7" name="Segmented Rule 01">
            <a:extLst>
              <a:ext uri="{FF2B5EF4-FFF2-40B4-BE49-F238E27FC236}">
                <a16:creationId xmlns:a16="http://schemas.microsoft.com/office/drawing/2014/main" id="{76984C28-2719-2909-0AB1-59095E26ED2B}"/>
              </a:ext>
            </a:extLst>
          </p:cNvPr>
          <p:cNvSpPr>
            <a:spLocks noGrp="1"/>
          </p:cNvSpPr>
          <p:nvPr/>
        </p:nvSpPr>
        <p:spPr>
          <a:xfrm>
            <a:off x="320040" y="1051560"/>
            <a:ext cx="196596" cy="4572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9" name="Segmented Rule 02">
            <a:extLst>
              <a:ext uri="{FF2B5EF4-FFF2-40B4-BE49-F238E27FC236}">
                <a16:creationId xmlns:a16="http://schemas.microsoft.com/office/drawing/2014/main" id="{D8F122E2-619E-86AD-D3AB-A22771FA77C9}"/>
              </a:ext>
            </a:extLst>
          </p:cNvPr>
          <p:cNvSpPr>
            <a:spLocks noGrp="1"/>
          </p:cNvSpPr>
          <p:nvPr/>
        </p:nvSpPr>
        <p:spPr>
          <a:xfrm>
            <a:off x="512978" y="1051560"/>
            <a:ext cx="196596" cy="45720"/>
          </a:xfrm>
          <a:prstGeom prst="rect">
            <a:avLst/>
          </a:prstGeom>
          <a:solidFill>
            <a:srgbClr val="233B6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1" name="Segmented Rule 03">
            <a:extLst>
              <a:ext uri="{FF2B5EF4-FFF2-40B4-BE49-F238E27FC236}">
                <a16:creationId xmlns:a16="http://schemas.microsoft.com/office/drawing/2014/main" id="{863AC864-0444-0543-110D-F22E77382086}"/>
              </a:ext>
            </a:extLst>
          </p:cNvPr>
          <p:cNvSpPr>
            <a:spLocks noGrp="1"/>
          </p:cNvSpPr>
          <p:nvPr/>
        </p:nvSpPr>
        <p:spPr>
          <a:xfrm>
            <a:off x="705917" y="1051560"/>
            <a:ext cx="196596" cy="45720"/>
          </a:xfrm>
          <a:prstGeom prst="rect">
            <a:avLst/>
          </a:prstGeom>
          <a:solidFill>
            <a:srgbClr val="273F6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3" name="Segmented Rule 04">
            <a:extLst>
              <a:ext uri="{FF2B5EF4-FFF2-40B4-BE49-F238E27FC236}">
                <a16:creationId xmlns:a16="http://schemas.microsoft.com/office/drawing/2014/main" id="{26E90FCE-9A56-9BA0-DA26-D5BBB6400260}"/>
              </a:ext>
            </a:extLst>
          </p:cNvPr>
          <p:cNvSpPr>
            <a:spLocks noGrp="1"/>
          </p:cNvSpPr>
          <p:nvPr/>
        </p:nvSpPr>
        <p:spPr>
          <a:xfrm>
            <a:off x="898855" y="1051560"/>
            <a:ext cx="196596" cy="45720"/>
          </a:xfrm>
          <a:prstGeom prst="rect">
            <a:avLst/>
          </a:prstGeom>
          <a:solidFill>
            <a:srgbClr val="2A426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Segmented Rule 05">
            <a:extLst>
              <a:ext uri="{FF2B5EF4-FFF2-40B4-BE49-F238E27FC236}">
                <a16:creationId xmlns:a16="http://schemas.microsoft.com/office/drawing/2014/main" id="{A3F4B5B1-AF2A-40E8-3A83-58A6CF9A2569}"/>
              </a:ext>
            </a:extLst>
          </p:cNvPr>
          <p:cNvSpPr>
            <a:spLocks noGrp="1"/>
          </p:cNvSpPr>
          <p:nvPr/>
        </p:nvSpPr>
        <p:spPr>
          <a:xfrm>
            <a:off x="1091794" y="1051560"/>
            <a:ext cx="196596" cy="45720"/>
          </a:xfrm>
          <a:prstGeom prst="rect">
            <a:avLst/>
          </a:prstGeom>
          <a:solidFill>
            <a:srgbClr val="2E456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7" name="Segmented Rule 06">
            <a:extLst>
              <a:ext uri="{FF2B5EF4-FFF2-40B4-BE49-F238E27FC236}">
                <a16:creationId xmlns:a16="http://schemas.microsoft.com/office/drawing/2014/main" id="{8D88E558-1D25-4DBB-03E1-9714D12C38DF}"/>
              </a:ext>
            </a:extLst>
          </p:cNvPr>
          <p:cNvSpPr>
            <a:spLocks noGrp="1"/>
          </p:cNvSpPr>
          <p:nvPr/>
        </p:nvSpPr>
        <p:spPr>
          <a:xfrm>
            <a:off x="1284732" y="1051560"/>
            <a:ext cx="196596" cy="45720"/>
          </a:xfrm>
          <a:prstGeom prst="rect">
            <a:avLst/>
          </a:prstGeom>
          <a:solidFill>
            <a:srgbClr val="32497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9" name="Segmented Rule 07">
            <a:extLst>
              <a:ext uri="{FF2B5EF4-FFF2-40B4-BE49-F238E27FC236}">
                <a16:creationId xmlns:a16="http://schemas.microsoft.com/office/drawing/2014/main" id="{14825313-E5BC-D6E7-E256-6CA0471A77D7}"/>
              </a:ext>
            </a:extLst>
          </p:cNvPr>
          <p:cNvSpPr>
            <a:spLocks noGrp="1"/>
          </p:cNvSpPr>
          <p:nvPr/>
        </p:nvSpPr>
        <p:spPr>
          <a:xfrm>
            <a:off x="1477670" y="1051560"/>
            <a:ext cx="196596" cy="45720"/>
          </a:xfrm>
          <a:prstGeom prst="rect">
            <a:avLst/>
          </a:prstGeom>
          <a:solidFill>
            <a:srgbClr val="364C7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1" name="Segmented Rule 08">
            <a:extLst>
              <a:ext uri="{FF2B5EF4-FFF2-40B4-BE49-F238E27FC236}">
                <a16:creationId xmlns:a16="http://schemas.microsoft.com/office/drawing/2014/main" id="{DB904D13-8F9C-2664-C51A-B93511C056C6}"/>
              </a:ext>
            </a:extLst>
          </p:cNvPr>
          <p:cNvSpPr>
            <a:spLocks noGrp="1"/>
          </p:cNvSpPr>
          <p:nvPr/>
        </p:nvSpPr>
        <p:spPr>
          <a:xfrm>
            <a:off x="1670609" y="1051560"/>
            <a:ext cx="196596" cy="45720"/>
          </a:xfrm>
          <a:prstGeom prst="rect">
            <a:avLst/>
          </a:prstGeom>
          <a:solidFill>
            <a:srgbClr val="3A507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3" name="Segmented Rule 09">
            <a:extLst>
              <a:ext uri="{FF2B5EF4-FFF2-40B4-BE49-F238E27FC236}">
                <a16:creationId xmlns:a16="http://schemas.microsoft.com/office/drawing/2014/main" id="{E1B38AE6-F69C-394B-320B-C641F852979D}"/>
              </a:ext>
            </a:extLst>
          </p:cNvPr>
          <p:cNvSpPr>
            <a:spLocks noGrp="1"/>
          </p:cNvSpPr>
          <p:nvPr/>
        </p:nvSpPr>
        <p:spPr>
          <a:xfrm>
            <a:off x="1863547" y="1051560"/>
            <a:ext cx="196596" cy="45720"/>
          </a:xfrm>
          <a:prstGeom prst="rect">
            <a:avLst/>
          </a:prstGeom>
          <a:solidFill>
            <a:srgbClr val="3D537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5" name="Segmented Rule 10">
            <a:extLst>
              <a:ext uri="{FF2B5EF4-FFF2-40B4-BE49-F238E27FC236}">
                <a16:creationId xmlns:a16="http://schemas.microsoft.com/office/drawing/2014/main" id="{84A3AABF-31CE-5FD5-A6E1-C76A62AAE18E}"/>
              </a:ext>
            </a:extLst>
          </p:cNvPr>
          <p:cNvSpPr>
            <a:spLocks noGrp="1"/>
          </p:cNvSpPr>
          <p:nvPr/>
        </p:nvSpPr>
        <p:spPr>
          <a:xfrm>
            <a:off x="2056486" y="1051560"/>
            <a:ext cx="196596" cy="45720"/>
          </a:xfrm>
          <a:prstGeom prst="rect">
            <a:avLst/>
          </a:prstGeom>
          <a:solidFill>
            <a:srgbClr val="41567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7" name="Segmented Rule 11">
            <a:extLst>
              <a:ext uri="{FF2B5EF4-FFF2-40B4-BE49-F238E27FC236}">
                <a16:creationId xmlns:a16="http://schemas.microsoft.com/office/drawing/2014/main" id="{DB1F817D-491A-042D-0BD4-53188CB3E2DC}"/>
              </a:ext>
            </a:extLst>
          </p:cNvPr>
          <p:cNvSpPr>
            <a:spLocks noGrp="1"/>
          </p:cNvSpPr>
          <p:nvPr/>
        </p:nvSpPr>
        <p:spPr>
          <a:xfrm>
            <a:off x="2249424" y="1051560"/>
            <a:ext cx="196596" cy="45720"/>
          </a:xfrm>
          <a:prstGeom prst="rect">
            <a:avLst/>
          </a:prstGeom>
          <a:solidFill>
            <a:srgbClr val="455A7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9" name="Segmented Rule 12">
            <a:extLst>
              <a:ext uri="{FF2B5EF4-FFF2-40B4-BE49-F238E27FC236}">
                <a16:creationId xmlns:a16="http://schemas.microsoft.com/office/drawing/2014/main" id="{EBAD3134-911B-72F6-6829-B5D87D773E4D}"/>
              </a:ext>
            </a:extLst>
          </p:cNvPr>
          <p:cNvSpPr>
            <a:spLocks noGrp="1"/>
          </p:cNvSpPr>
          <p:nvPr/>
        </p:nvSpPr>
        <p:spPr>
          <a:xfrm>
            <a:off x="2442362" y="1051560"/>
            <a:ext cx="196596" cy="45720"/>
          </a:xfrm>
          <a:prstGeom prst="rect">
            <a:avLst/>
          </a:prstGeom>
          <a:solidFill>
            <a:srgbClr val="495D8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1" name="Segmented Rule 13">
            <a:extLst>
              <a:ext uri="{FF2B5EF4-FFF2-40B4-BE49-F238E27FC236}">
                <a16:creationId xmlns:a16="http://schemas.microsoft.com/office/drawing/2014/main" id="{C2EE9003-1345-7296-E655-95599007DF75}"/>
              </a:ext>
            </a:extLst>
          </p:cNvPr>
          <p:cNvSpPr>
            <a:spLocks noGrp="1"/>
          </p:cNvSpPr>
          <p:nvPr/>
        </p:nvSpPr>
        <p:spPr>
          <a:xfrm>
            <a:off x="2635301" y="1051560"/>
            <a:ext cx="196596" cy="45720"/>
          </a:xfrm>
          <a:prstGeom prst="rect">
            <a:avLst/>
          </a:prstGeom>
          <a:solidFill>
            <a:srgbClr val="4D608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3" name="Segmented Rule 14">
            <a:extLst>
              <a:ext uri="{FF2B5EF4-FFF2-40B4-BE49-F238E27FC236}">
                <a16:creationId xmlns:a16="http://schemas.microsoft.com/office/drawing/2014/main" id="{22ACD7AF-C380-A3B4-0307-EBD02E633C71}"/>
              </a:ext>
            </a:extLst>
          </p:cNvPr>
          <p:cNvSpPr>
            <a:spLocks noGrp="1"/>
          </p:cNvSpPr>
          <p:nvPr/>
        </p:nvSpPr>
        <p:spPr>
          <a:xfrm>
            <a:off x="2828239" y="1051560"/>
            <a:ext cx="196596" cy="45720"/>
          </a:xfrm>
          <a:prstGeom prst="rect">
            <a:avLst/>
          </a:prstGeom>
          <a:solidFill>
            <a:srgbClr val="50648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5" name="Segmented Rule 15">
            <a:extLst>
              <a:ext uri="{FF2B5EF4-FFF2-40B4-BE49-F238E27FC236}">
                <a16:creationId xmlns:a16="http://schemas.microsoft.com/office/drawing/2014/main" id="{15A073B6-48D6-2CFF-9C7C-9BA4C695A1D7}"/>
              </a:ext>
            </a:extLst>
          </p:cNvPr>
          <p:cNvSpPr>
            <a:spLocks noGrp="1"/>
          </p:cNvSpPr>
          <p:nvPr/>
        </p:nvSpPr>
        <p:spPr>
          <a:xfrm>
            <a:off x="3021178" y="1051560"/>
            <a:ext cx="196596" cy="45720"/>
          </a:xfrm>
          <a:prstGeom prst="rect">
            <a:avLst/>
          </a:prstGeom>
          <a:solidFill>
            <a:srgbClr val="54678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7" name="Segmented Rule 16">
            <a:extLst>
              <a:ext uri="{FF2B5EF4-FFF2-40B4-BE49-F238E27FC236}">
                <a16:creationId xmlns:a16="http://schemas.microsoft.com/office/drawing/2014/main" id="{73FEBED0-4950-1439-7589-EA6CE8092176}"/>
              </a:ext>
            </a:extLst>
          </p:cNvPr>
          <p:cNvSpPr>
            <a:spLocks noGrp="1"/>
          </p:cNvSpPr>
          <p:nvPr/>
        </p:nvSpPr>
        <p:spPr>
          <a:xfrm>
            <a:off x="3214116" y="1051560"/>
            <a:ext cx="196596" cy="45720"/>
          </a:xfrm>
          <a:prstGeom prst="rect">
            <a:avLst/>
          </a:prstGeom>
          <a:solidFill>
            <a:srgbClr val="586B8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9" name="Segmented Rule 17">
            <a:extLst>
              <a:ext uri="{FF2B5EF4-FFF2-40B4-BE49-F238E27FC236}">
                <a16:creationId xmlns:a16="http://schemas.microsoft.com/office/drawing/2014/main" id="{78D97251-6C05-68F1-502B-7A996AC36DC8}"/>
              </a:ext>
            </a:extLst>
          </p:cNvPr>
          <p:cNvSpPr>
            <a:spLocks noGrp="1"/>
          </p:cNvSpPr>
          <p:nvPr/>
        </p:nvSpPr>
        <p:spPr>
          <a:xfrm>
            <a:off x="3407054" y="1051560"/>
            <a:ext cx="196596" cy="45720"/>
          </a:xfrm>
          <a:prstGeom prst="rect">
            <a:avLst/>
          </a:prstGeom>
          <a:solidFill>
            <a:srgbClr val="5C6E8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1" name="Segmented Rule 18">
            <a:extLst>
              <a:ext uri="{FF2B5EF4-FFF2-40B4-BE49-F238E27FC236}">
                <a16:creationId xmlns:a16="http://schemas.microsoft.com/office/drawing/2014/main" id="{5900434E-984E-3AA6-EDAF-76D7541A2101}"/>
              </a:ext>
            </a:extLst>
          </p:cNvPr>
          <p:cNvSpPr>
            <a:spLocks noGrp="1"/>
          </p:cNvSpPr>
          <p:nvPr/>
        </p:nvSpPr>
        <p:spPr>
          <a:xfrm>
            <a:off x="3599993" y="1051560"/>
            <a:ext cx="196596" cy="45720"/>
          </a:xfrm>
          <a:prstGeom prst="rect">
            <a:avLst/>
          </a:prstGeom>
          <a:solidFill>
            <a:srgbClr val="60719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3" name="Segmented Rule 19">
            <a:extLst>
              <a:ext uri="{FF2B5EF4-FFF2-40B4-BE49-F238E27FC236}">
                <a16:creationId xmlns:a16="http://schemas.microsoft.com/office/drawing/2014/main" id="{8880346D-F9AC-6AD0-22C5-A62C17571C7C}"/>
              </a:ext>
            </a:extLst>
          </p:cNvPr>
          <p:cNvSpPr>
            <a:spLocks noGrp="1"/>
          </p:cNvSpPr>
          <p:nvPr/>
        </p:nvSpPr>
        <p:spPr>
          <a:xfrm>
            <a:off x="3792931" y="1051560"/>
            <a:ext cx="196596" cy="45720"/>
          </a:xfrm>
          <a:prstGeom prst="rect">
            <a:avLst/>
          </a:prstGeom>
          <a:solidFill>
            <a:srgbClr val="63759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5" name="Segmented Rule 20">
            <a:extLst>
              <a:ext uri="{FF2B5EF4-FFF2-40B4-BE49-F238E27FC236}">
                <a16:creationId xmlns:a16="http://schemas.microsoft.com/office/drawing/2014/main" id="{C42EC69A-FC73-98F8-59EE-65284A03A7FA}"/>
              </a:ext>
            </a:extLst>
          </p:cNvPr>
          <p:cNvSpPr>
            <a:spLocks noGrp="1"/>
          </p:cNvSpPr>
          <p:nvPr/>
        </p:nvSpPr>
        <p:spPr>
          <a:xfrm>
            <a:off x="3985870" y="1051560"/>
            <a:ext cx="196596" cy="45720"/>
          </a:xfrm>
          <a:prstGeom prst="rect">
            <a:avLst/>
          </a:prstGeom>
          <a:solidFill>
            <a:srgbClr val="67789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7" name="Segmented Rule 21">
            <a:extLst>
              <a:ext uri="{FF2B5EF4-FFF2-40B4-BE49-F238E27FC236}">
                <a16:creationId xmlns:a16="http://schemas.microsoft.com/office/drawing/2014/main" id="{26B9F04A-C2F7-D447-3DA7-3DF46EFF213D}"/>
              </a:ext>
            </a:extLst>
          </p:cNvPr>
          <p:cNvSpPr>
            <a:spLocks noGrp="1"/>
          </p:cNvSpPr>
          <p:nvPr/>
        </p:nvSpPr>
        <p:spPr>
          <a:xfrm>
            <a:off x="4178808" y="1051560"/>
            <a:ext cx="196596" cy="45720"/>
          </a:xfrm>
          <a:prstGeom prst="rect">
            <a:avLst/>
          </a:prstGeom>
          <a:solidFill>
            <a:srgbClr val="6B7B9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9" name="Segmented Rule 22">
            <a:extLst>
              <a:ext uri="{FF2B5EF4-FFF2-40B4-BE49-F238E27FC236}">
                <a16:creationId xmlns:a16="http://schemas.microsoft.com/office/drawing/2014/main" id="{6E41EE07-A53B-3311-F0AB-10C7AED05DE0}"/>
              </a:ext>
            </a:extLst>
          </p:cNvPr>
          <p:cNvSpPr>
            <a:spLocks noGrp="1"/>
          </p:cNvSpPr>
          <p:nvPr/>
        </p:nvSpPr>
        <p:spPr>
          <a:xfrm>
            <a:off x="4371746" y="1051560"/>
            <a:ext cx="196596" cy="45720"/>
          </a:xfrm>
          <a:prstGeom prst="rect">
            <a:avLst/>
          </a:prstGeom>
          <a:solidFill>
            <a:srgbClr val="6F7F9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1" name="Segmented Rule 23">
            <a:extLst>
              <a:ext uri="{FF2B5EF4-FFF2-40B4-BE49-F238E27FC236}">
                <a16:creationId xmlns:a16="http://schemas.microsoft.com/office/drawing/2014/main" id="{360E7C58-D75E-C84D-9304-177CD9750380}"/>
              </a:ext>
            </a:extLst>
          </p:cNvPr>
          <p:cNvSpPr>
            <a:spLocks noGrp="1"/>
          </p:cNvSpPr>
          <p:nvPr/>
        </p:nvSpPr>
        <p:spPr>
          <a:xfrm>
            <a:off x="4564685" y="1051560"/>
            <a:ext cx="196596" cy="45720"/>
          </a:xfrm>
          <a:prstGeom prst="rect">
            <a:avLst/>
          </a:prstGeom>
          <a:solidFill>
            <a:srgbClr val="73829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3" name="Segmented Rule 24">
            <a:extLst>
              <a:ext uri="{FF2B5EF4-FFF2-40B4-BE49-F238E27FC236}">
                <a16:creationId xmlns:a16="http://schemas.microsoft.com/office/drawing/2014/main" id="{F9968C07-52D0-657B-F6B3-09A801E5EE95}"/>
              </a:ext>
            </a:extLst>
          </p:cNvPr>
          <p:cNvSpPr>
            <a:spLocks noGrp="1"/>
          </p:cNvSpPr>
          <p:nvPr/>
        </p:nvSpPr>
        <p:spPr>
          <a:xfrm>
            <a:off x="4757623" y="1051560"/>
            <a:ext cx="196596" cy="45720"/>
          </a:xfrm>
          <a:prstGeom prst="rect">
            <a:avLst/>
          </a:prstGeom>
          <a:solidFill>
            <a:srgbClr val="7686A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5" name="Segmented Rule 25">
            <a:extLst>
              <a:ext uri="{FF2B5EF4-FFF2-40B4-BE49-F238E27FC236}">
                <a16:creationId xmlns:a16="http://schemas.microsoft.com/office/drawing/2014/main" id="{4CBE3A47-E217-2231-0095-97127A8F2808}"/>
              </a:ext>
            </a:extLst>
          </p:cNvPr>
          <p:cNvSpPr>
            <a:spLocks noGrp="1"/>
          </p:cNvSpPr>
          <p:nvPr/>
        </p:nvSpPr>
        <p:spPr>
          <a:xfrm>
            <a:off x="4950562" y="1051560"/>
            <a:ext cx="196596" cy="45720"/>
          </a:xfrm>
          <a:prstGeom prst="rect">
            <a:avLst/>
          </a:prstGeom>
          <a:solidFill>
            <a:srgbClr val="7A89A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7" name="Segmented Rule 26">
            <a:extLst>
              <a:ext uri="{FF2B5EF4-FFF2-40B4-BE49-F238E27FC236}">
                <a16:creationId xmlns:a16="http://schemas.microsoft.com/office/drawing/2014/main" id="{15689D74-8A44-7F5C-60A1-9982FA90309F}"/>
              </a:ext>
            </a:extLst>
          </p:cNvPr>
          <p:cNvSpPr>
            <a:spLocks noGrp="1"/>
          </p:cNvSpPr>
          <p:nvPr/>
        </p:nvSpPr>
        <p:spPr>
          <a:xfrm>
            <a:off x="5143500" y="1051560"/>
            <a:ext cx="196596" cy="45720"/>
          </a:xfrm>
          <a:prstGeom prst="rect">
            <a:avLst/>
          </a:prstGeom>
          <a:solidFill>
            <a:srgbClr val="7E8CA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9" name="Segmented Rule 27">
            <a:extLst>
              <a:ext uri="{FF2B5EF4-FFF2-40B4-BE49-F238E27FC236}">
                <a16:creationId xmlns:a16="http://schemas.microsoft.com/office/drawing/2014/main" id="{2133B590-AD22-629A-D2EA-0958718CBD38}"/>
              </a:ext>
            </a:extLst>
          </p:cNvPr>
          <p:cNvSpPr>
            <a:spLocks noGrp="1"/>
          </p:cNvSpPr>
          <p:nvPr/>
        </p:nvSpPr>
        <p:spPr>
          <a:xfrm>
            <a:off x="5336438" y="1051560"/>
            <a:ext cx="196596" cy="45720"/>
          </a:xfrm>
          <a:prstGeom prst="rect">
            <a:avLst/>
          </a:prstGeom>
          <a:solidFill>
            <a:srgbClr val="8290A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1" name="Segmented Rule 28">
            <a:extLst>
              <a:ext uri="{FF2B5EF4-FFF2-40B4-BE49-F238E27FC236}">
                <a16:creationId xmlns:a16="http://schemas.microsoft.com/office/drawing/2014/main" id="{E64460C1-2DCE-220A-1CBC-75B85E51CA65}"/>
              </a:ext>
            </a:extLst>
          </p:cNvPr>
          <p:cNvSpPr>
            <a:spLocks noGrp="1"/>
          </p:cNvSpPr>
          <p:nvPr/>
        </p:nvSpPr>
        <p:spPr>
          <a:xfrm>
            <a:off x="5529377" y="1051560"/>
            <a:ext cx="196596" cy="45720"/>
          </a:xfrm>
          <a:prstGeom prst="rect">
            <a:avLst/>
          </a:prstGeom>
          <a:solidFill>
            <a:srgbClr val="8693A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3" name="Segmented Rule 29">
            <a:extLst>
              <a:ext uri="{FF2B5EF4-FFF2-40B4-BE49-F238E27FC236}">
                <a16:creationId xmlns:a16="http://schemas.microsoft.com/office/drawing/2014/main" id="{0A032105-7296-6F24-5E1E-7A1D475504C8}"/>
              </a:ext>
            </a:extLst>
          </p:cNvPr>
          <p:cNvSpPr>
            <a:spLocks noGrp="1"/>
          </p:cNvSpPr>
          <p:nvPr/>
        </p:nvSpPr>
        <p:spPr>
          <a:xfrm>
            <a:off x="5722315" y="1051560"/>
            <a:ext cx="196596" cy="45720"/>
          </a:xfrm>
          <a:prstGeom prst="rect">
            <a:avLst/>
          </a:prstGeom>
          <a:solidFill>
            <a:srgbClr val="8996A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" name="Segmented Rule 30">
            <a:extLst>
              <a:ext uri="{FF2B5EF4-FFF2-40B4-BE49-F238E27FC236}">
                <a16:creationId xmlns:a16="http://schemas.microsoft.com/office/drawing/2014/main" id="{90EFA15B-7F47-F5EB-3B5B-30C2E9DE86C9}"/>
              </a:ext>
            </a:extLst>
          </p:cNvPr>
          <p:cNvSpPr>
            <a:spLocks noGrp="1"/>
          </p:cNvSpPr>
          <p:nvPr/>
        </p:nvSpPr>
        <p:spPr>
          <a:xfrm>
            <a:off x="5915254" y="1051560"/>
            <a:ext cx="196596" cy="45720"/>
          </a:xfrm>
          <a:prstGeom prst="rect">
            <a:avLst/>
          </a:prstGeom>
          <a:solidFill>
            <a:srgbClr val="8D9AB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7" name="Segmented Rule 31">
            <a:extLst>
              <a:ext uri="{FF2B5EF4-FFF2-40B4-BE49-F238E27FC236}">
                <a16:creationId xmlns:a16="http://schemas.microsoft.com/office/drawing/2014/main" id="{FA1D31CD-B7D1-83E2-8CC3-EE1A8C09DEFE}"/>
              </a:ext>
            </a:extLst>
          </p:cNvPr>
          <p:cNvSpPr>
            <a:spLocks noGrp="1"/>
          </p:cNvSpPr>
          <p:nvPr/>
        </p:nvSpPr>
        <p:spPr>
          <a:xfrm>
            <a:off x="6108192" y="1051560"/>
            <a:ext cx="196596" cy="45720"/>
          </a:xfrm>
          <a:prstGeom prst="rect">
            <a:avLst/>
          </a:prstGeom>
          <a:solidFill>
            <a:srgbClr val="919DB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9" name="Segmented Rule 32">
            <a:extLst>
              <a:ext uri="{FF2B5EF4-FFF2-40B4-BE49-F238E27FC236}">
                <a16:creationId xmlns:a16="http://schemas.microsoft.com/office/drawing/2014/main" id="{F94AB71C-3B00-7C19-4AAF-45429E671795}"/>
              </a:ext>
            </a:extLst>
          </p:cNvPr>
          <p:cNvSpPr>
            <a:spLocks noGrp="1"/>
          </p:cNvSpPr>
          <p:nvPr/>
        </p:nvSpPr>
        <p:spPr>
          <a:xfrm>
            <a:off x="6301130" y="1051560"/>
            <a:ext cx="196596" cy="45720"/>
          </a:xfrm>
          <a:prstGeom prst="rect">
            <a:avLst/>
          </a:prstGeom>
          <a:solidFill>
            <a:srgbClr val="95A1B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1" name="Segmented Rule 33">
            <a:extLst>
              <a:ext uri="{FF2B5EF4-FFF2-40B4-BE49-F238E27FC236}">
                <a16:creationId xmlns:a16="http://schemas.microsoft.com/office/drawing/2014/main" id="{63B54CAB-5BCC-19E3-2DB5-97ACD4B98DBE}"/>
              </a:ext>
            </a:extLst>
          </p:cNvPr>
          <p:cNvSpPr>
            <a:spLocks noGrp="1"/>
          </p:cNvSpPr>
          <p:nvPr/>
        </p:nvSpPr>
        <p:spPr>
          <a:xfrm>
            <a:off x="6494069" y="1051560"/>
            <a:ext cx="196596" cy="45720"/>
          </a:xfrm>
          <a:prstGeom prst="rect">
            <a:avLst/>
          </a:prstGeom>
          <a:solidFill>
            <a:srgbClr val="98A4B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3" name="Segmented Rule 34">
            <a:extLst>
              <a:ext uri="{FF2B5EF4-FFF2-40B4-BE49-F238E27FC236}">
                <a16:creationId xmlns:a16="http://schemas.microsoft.com/office/drawing/2014/main" id="{23AB99CE-B0DD-D7DF-2AF3-6F26A8CDD887}"/>
              </a:ext>
            </a:extLst>
          </p:cNvPr>
          <p:cNvSpPr>
            <a:spLocks noGrp="1"/>
          </p:cNvSpPr>
          <p:nvPr/>
        </p:nvSpPr>
        <p:spPr>
          <a:xfrm>
            <a:off x="6687007" y="1051560"/>
            <a:ext cx="196596" cy="45720"/>
          </a:xfrm>
          <a:prstGeom prst="rect">
            <a:avLst/>
          </a:prstGeom>
          <a:solidFill>
            <a:srgbClr val="9CA7B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5" name="Segmented Rule 35">
            <a:extLst>
              <a:ext uri="{FF2B5EF4-FFF2-40B4-BE49-F238E27FC236}">
                <a16:creationId xmlns:a16="http://schemas.microsoft.com/office/drawing/2014/main" id="{3BDEF47F-C9F3-1732-16FE-4F6900B0B777}"/>
              </a:ext>
            </a:extLst>
          </p:cNvPr>
          <p:cNvSpPr>
            <a:spLocks noGrp="1"/>
          </p:cNvSpPr>
          <p:nvPr/>
        </p:nvSpPr>
        <p:spPr>
          <a:xfrm>
            <a:off x="6879946" y="1051560"/>
            <a:ext cx="196596" cy="45720"/>
          </a:xfrm>
          <a:prstGeom prst="rect">
            <a:avLst/>
          </a:prstGeom>
          <a:solidFill>
            <a:srgbClr val="A0ABB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7" name="Segmented Rule 36">
            <a:extLst>
              <a:ext uri="{FF2B5EF4-FFF2-40B4-BE49-F238E27FC236}">
                <a16:creationId xmlns:a16="http://schemas.microsoft.com/office/drawing/2014/main" id="{9D4D1BED-39F3-813B-76C1-89582C82C26F}"/>
              </a:ext>
            </a:extLst>
          </p:cNvPr>
          <p:cNvSpPr>
            <a:spLocks noGrp="1"/>
          </p:cNvSpPr>
          <p:nvPr/>
        </p:nvSpPr>
        <p:spPr>
          <a:xfrm>
            <a:off x="7072884" y="1051560"/>
            <a:ext cx="196596" cy="45720"/>
          </a:xfrm>
          <a:prstGeom prst="rect">
            <a:avLst/>
          </a:prstGeom>
          <a:solidFill>
            <a:srgbClr val="A4AEC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9" name="Segmented Rule 37">
            <a:extLst>
              <a:ext uri="{FF2B5EF4-FFF2-40B4-BE49-F238E27FC236}">
                <a16:creationId xmlns:a16="http://schemas.microsoft.com/office/drawing/2014/main" id="{276DFC85-F875-8051-ADFF-93892EEA086A}"/>
              </a:ext>
            </a:extLst>
          </p:cNvPr>
          <p:cNvSpPr>
            <a:spLocks noGrp="1"/>
          </p:cNvSpPr>
          <p:nvPr/>
        </p:nvSpPr>
        <p:spPr>
          <a:xfrm>
            <a:off x="7265822" y="1051560"/>
            <a:ext cx="196596" cy="45720"/>
          </a:xfrm>
          <a:prstGeom prst="rect">
            <a:avLst/>
          </a:prstGeom>
          <a:solidFill>
            <a:srgbClr val="A8B1C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1" name="Segmented Rule 38">
            <a:extLst>
              <a:ext uri="{FF2B5EF4-FFF2-40B4-BE49-F238E27FC236}">
                <a16:creationId xmlns:a16="http://schemas.microsoft.com/office/drawing/2014/main" id="{A127E244-56B4-91A5-ABEE-24DB15C91E2E}"/>
              </a:ext>
            </a:extLst>
          </p:cNvPr>
          <p:cNvSpPr>
            <a:spLocks noGrp="1"/>
          </p:cNvSpPr>
          <p:nvPr/>
        </p:nvSpPr>
        <p:spPr>
          <a:xfrm>
            <a:off x="7458761" y="1051560"/>
            <a:ext cx="196596" cy="45720"/>
          </a:xfrm>
          <a:prstGeom prst="rect">
            <a:avLst/>
          </a:prstGeom>
          <a:solidFill>
            <a:srgbClr val="ABB5C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3" name="Segmented Rule 39">
            <a:extLst>
              <a:ext uri="{FF2B5EF4-FFF2-40B4-BE49-F238E27FC236}">
                <a16:creationId xmlns:a16="http://schemas.microsoft.com/office/drawing/2014/main" id="{6508A245-4564-7471-6244-31A066FBB0BD}"/>
              </a:ext>
            </a:extLst>
          </p:cNvPr>
          <p:cNvSpPr>
            <a:spLocks noGrp="1"/>
          </p:cNvSpPr>
          <p:nvPr/>
        </p:nvSpPr>
        <p:spPr>
          <a:xfrm>
            <a:off x="7651699" y="1051560"/>
            <a:ext cx="196596" cy="45720"/>
          </a:xfrm>
          <a:prstGeom prst="rect">
            <a:avLst/>
          </a:prstGeom>
          <a:solidFill>
            <a:srgbClr val="AFB8C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5" name="Segmented Rule 40">
            <a:extLst>
              <a:ext uri="{FF2B5EF4-FFF2-40B4-BE49-F238E27FC236}">
                <a16:creationId xmlns:a16="http://schemas.microsoft.com/office/drawing/2014/main" id="{01690C9F-3F81-648F-C70B-05A836D92F70}"/>
              </a:ext>
            </a:extLst>
          </p:cNvPr>
          <p:cNvSpPr>
            <a:spLocks noGrp="1"/>
          </p:cNvSpPr>
          <p:nvPr/>
        </p:nvSpPr>
        <p:spPr>
          <a:xfrm>
            <a:off x="7844638" y="1051560"/>
            <a:ext cx="196596" cy="45720"/>
          </a:xfrm>
          <a:prstGeom prst="rect">
            <a:avLst/>
          </a:prstGeom>
          <a:solidFill>
            <a:srgbClr val="B3BCC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7" name="Segmented Rule 41">
            <a:extLst>
              <a:ext uri="{FF2B5EF4-FFF2-40B4-BE49-F238E27FC236}">
                <a16:creationId xmlns:a16="http://schemas.microsoft.com/office/drawing/2014/main" id="{259AD44F-E901-8C9A-B4F3-BBD2B94ADD8C}"/>
              </a:ext>
            </a:extLst>
          </p:cNvPr>
          <p:cNvSpPr>
            <a:spLocks noGrp="1"/>
          </p:cNvSpPr>
          <p:nvPr/>
        </p:nvSpPr>
        <p:spPr>
          <a:xfrm>
            <a:off x="8037576" y="1051560"/>
            <a:ext cx="196596" cy="45720"/>
          </a:xfrm>
          <a:prstGeom prst="rect">
            <a:avLst/>
          </a:prstGeom>
          <a:solidFill>
            <a:srgbClr val="B7BFC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9" name="Segmented Rule 42">
            <a:extLst>
              <a:ext uri="{FF2B5EF4-FFF2-40B4-BE49-F238E27FC236}">
                <a16:creationId xmlns:a16="http://schemas.microsoft.com/office/drawing/2014/main" id="{38AB0373-D8AD-77D0-D906-998480C87AD8}"/>
              </a:ext>
            </a:extLst>
          </p:cNvPr>
          <p:cNvSpPr>
            <a:spLocks noGrp="1"/>
          </p:cNvSpPr>
          <p:nvPr/>
        </p:nvSpPr>
        <p:spPr>
          <a:xfrm>
            <a:off x="8230514" y="1051560"/>
            <a:ext cx="196596" cy="45720"/>
          </a:xfrm>
          <a:prstGeom prst="rect">
            <a:avLst/>
          </a:prstGeom>
          <a:solidFill>
            <a:srgbClr val="BBC2D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1" name="Segmented Rule 43">
            <a:extLst>
              <a:ext uri="{FF2B5EF4-FFF2-40B4-BE49-F238E27FC236}">
                <a16:creationId xmlns:a16="http://schemas.microsoft.com/office/drawing/2014/main" id="{D3A93B1F-8423-8DA1-BCB8-1E4578F8D8E6}"/>
              </a:ext>
            </a:extLst>
          </p:cNvPr>
          <p:cNvSpPr>
            <a:spLocks noGrp="1"/>
          </p:cNvSpPr>
          <p:nvPr/>
        </p:nvSpPr>
        <p:spPr>
          <a:xfrm>
            <a:off x="8423453" y="1051560"/>
            <a:ext cx="196596" cy="45720"/>
          </a:xfrm>
          <a:prstGeom prst="rect">
            <a:avLst/>
          </a:prstGeom>
          <a:solidFill>
            <a:srgbClr val="BEC6D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3" name="Segmented Rule 44">
            <a:extLst>
              <a:ext uri="{FF2B5EF4-FFF2-40B4-BE49-F238E27FC236}">
                <a16:creationId xmlns:a16="http://schemas.microsoft.com/office/drawing/2014/main" id="{BC3A9042-25DD-ED95-11D3-59C7716FD46E}"/>
              </a:ext>
            </a:extLst>
          </p:cNvPr>
          <p:cNvSpPr>
            <a:spLocks noGrp="1"/>
          </p:cNvSpPr>
          <p:nvPr/>
        </p:nvSpPr>
        <p:spPr>
          <a:xfrm>
            <a:off x="8616391" y="1051560"/>
            <a:ext cx="196596" cy="45720"/>
          </a:xfrm>
          <a:prstGeom prst="rect">
            <a:avLst/>
          </a:prstGeom>
          <a:solidFill>
            <a:srgbClr val="C2C9D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5" name="Segmented Rule 45">
            <a:extLst>
              <a:ext uri="{FF2B5EF4-FFF2-40B4-BE49-F238E27FC236}">
                <a16:creationId xmlns:a16="http://schemas.microsoft.com/office/drawing/2014/main" id="{CEC702B8-65CF-B4BB-1BC4-22BEEE44C699}"/>
              </a:ext>
            </a:extLst>
          </p:cNvPr>
          <p:cNvSpPr>
            <a:spLocks noGrp="1"/>
          </p:cNvSpPr>
          <p:nvPr/>
        </p:nvSpPr>
        <p:spPr>
          <a:xfrm>
            <a:off x="8809330" y="1051560"/>
            <a:ext cx="196596" cy="45720"/>
          </a:xfrm>
          <a:prstGeom prst="rect">
            <a:avLst/>
          </a:prstGeom>
          <a:solidFill>
            <a:srgbClr val="C6CCD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7" name="Segmented Rule 46">
            <a:extLst>
              <a:ext uri="{FF2B5EF4-FFF2-40B4-BE49-F238E27FC236}">
                <a16:creationId xmlns:a16="http://schemas.microsoft.com/office/drawing/2014/main" id="{7C5E3F1D-9259-EDF3-3343-4703EE246525}"/>
              </a:ext>
            </a:extLst>
          </p:cNvPr>
          <p:cNvSpPr>
            <a:spLocks noGrp="1"/>
          </p:cNvSpPr>
          <p:nvPr/>
        </p:nvSpPr>
        <p:spPr>
          <a:xfrm>
            <a:off x="9002268" y="1051560"/>
            <a:ext cx="196596" cy="45720"/>
          </a:xfrm>
          <a:prstGeom prst="rect">
            <a:avLst/>
          </a:prstGeom>
          <a:solidFill>
            <a:srgbClr val="CAD0D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9" name="Segmented Rule 47">
            <a:extLst>
              <a:ext uri="{FF2B5EF4-FFF2-40B4-BE49-F238E27FC236}">
                <a16:creationId xmlns:a16="http://schemas.microsoft.com/office/drawing/2014/main" id="{1665D2A9-989D-5C68-780D-9615A95AEFC6}"/>
              </a:ext>
            </a:extLst>
          </p:cNvPr>
          <p:cNvSpPr>
            <a:spLocks noGrp="1"/>
          </p:cNvSpPr>
          <p:nvPr/>
        </p:nvSpPr>
        <p:spPr>
          <a:xfrm>
            <a:off x="9195206" y="1051560"/>
            <a:ext cx="196596" cy="45720"/>
          </a:xfrm>
          <a:prstGeom prst="rect">
            <a:avLst/>
          </a:prstGeom>
          <a:solidFill>
            <a:srgbClr val="CED3D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1" name="Segmented Rule 48">
            <a:extLst>
              <a:ext uri="{FF2B5EF4-FFF2-40B4-BE49-F238E27FC236}">
                <a16:creationId xmlns:a16="http://schemas.microsoft.com/office/drawing/2014/main" id="{5E0A7206-30AA-744C-9207-5D1FBC81969F}"/>
              </a:ext>
            </a:extLst>
          </p:cNvPr>
          <p:cNvSpPr>
            <a:spLocks noGrp="1"/>
          </p:cNvSpPr>
          <p:nvPr/>
        </p:nvSpPr>
        <p:spPr>
          <a:xfrm>
            <a:off x="9388145" y="1051560"/>
            <a:ext cx="196596" cy="45720"/>
          </a:xfrm>
          <a:prstGeom prst="rect">
            <a:avLst/>
          </a:prstGeom>
          <a:solidFill>
            <a:srgbClr val="D1D7D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3" name="Segmented Rule 49">
            <a:extLst>
              <a:ext uri="{FF2B5EF4-FFF2-40B4-BE49-F238E27FC236}">
                <a16:creationId xmlns:a16="http://schemas.microsoft.com/office/drawing/2014/main" id="{B23FA469-3333-C2BD-F1CE-9B2FB2C4D581}"/>
              </a:ext>
            </a:extLst>
          </p:cNvPr>
          <p:cNvSpPr>
            <a:spLocks noGrp="1"/>
          </p:cNvSpPr>
          <p:nvPr/>
        </p:nvSpPr>
        <p:spPr>
          <a:xfrm>
            <a:off x="9581083" y="1051560"/>
            <a:ext cx="196596" cy="45720"/>
          </a:xfrm>
          <a:prstGeom prst="rect">
            <a:avLst/>
          </a:prstGeom>
          <a:solidFill>
            <a:srgbClr val="D5DAE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5" name="Segmented Rule 50">
            <a:extLst>
              <a:ext uri="{FF2B5EF4-FFF2-40B4-BE49-F238E27FC236}">
                <a16:creationId xmlns:a16="http://schemas.microsoft.com/office/drawing/2014/main" id="{B12B4FA5-A608-B485-BB39-E91539CBECD6}"/>
              </a:ext>
            </a:extLst>
          </p:cNvPr>
          <p:cNvSpPr>
            <a:spLocks noGrp="1"/>
          </p:cNvSpPr>
          <p:nvPr/>
        </p:nvSpPr>
        <p:spPr>
          <a:xfrm>
            <a:off x="9774022" y="1051560"/>
            <a:ext cx="196596" cy="45720"/>
          </a:xfrm>
          <a:prstGeom prst="rect">
            <a:avLst/>
          </a:prstGeom>
          <a:solidFill>
            <a:srgbClr val="D9DDE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7" name="Segmented Rule 51">
            <a:extLst>
              <a:ext uri="{FF2B5EF4-FFF2-40B4-BE49-F238E27FC236}">
                <a16:creationId xmlns:a16="http://schemas.microsoft.com/office/drawing/2014/main" id="{2FE81F1D-13FC-CF35-A7A6-A822ABD1BC2F}"/>
              </a:ext>
            </a:extLst>
          </p:cNvPr>
          <p:cNvSpPr>
            <a:spLocks noGrp="1"/>
          </p:cNvSpPr>
          <p:nvPr/>
        </p:nvSpPr>
        <p:spPr>
          <a:xfrm>
            <a:off x="9966960" y="1051560"/>
            <a:ext cx="196596" cy="45720"/>
          </a:xfrm>
          <a:prstGeom prst="rect">
            <a:avLst/>
          </a:prstGeom>
          <a:solidFill>
            <a:srgbClr val="DDE1E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9" name="Segmented Rule 52">
            <a:extLst>
              <a:ext uri="{FF2B5EF4-FFF2-40B4-BE49-F238E27FC236}">
                <a16:creationId xmlns:a16="http://schemas.microsoft.com/office/drawing/2014/main" id="{3633F100-1CD3-CA60-081A-FDC1A6056459}"/>
              </a:ext>
            </a:extLst>
          </p:cNvPr>
          <p:cNvSpPr>
            <a:spLocks noGrp="1"/>
          </p:cNvSpPr>
          <p:nvPr/>
        </p:nvSpPr>
        <p:spPr>
          <a:xfrm>
            <a:off x="10159898" y="1051560"/>
            <a:ext cx="196596" cy="45720"/>
          </a:xfrm>
          <a:prstGeom prst="rect">
            <a:avLst/>
          </a:prstGeom>
          <a:solidFill>
            <a:srgbClr val="E1E4E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1" name="Segmented Rule 53">
            <a:extLst>
              <a:ext uri="{FF2B5EF4-FFF2-40B4-BE49-F238E27FC236}">
                <a16:creationId xmlns:a16="http://schemas.microsoft.com/office/drawing/2014/main" id="{FEAE07BC-B19F-583F-3798-0884E896CE85}"/>
              </a:ext>
            </a:extLst>
          </p:cNvPr>
          <p:cNvSpPr>
            <a:spLocks noGrp="1"/>
          </p:cNvSpPr>
          <p:nvPr/>
        </p:nvSpPr>
        <p:spPr>
          <a:xfrm>
            <a:off x="10352837" y="1051560"/>
            <a:ext cx="196596" cy="45720"/>
          </a:xfrm>
          <a:prstGeom prst="rect">
            <a:avLst/>
          </a:prstGeom>
          <a:solidFill>
            <a:srgbClr val="E4E7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3" name="Segmented Rule 54">
            <a:extLst>
              <a:ext uri="{FF2B5EF4-FFF2-40B4-BE49-F238E27FC236}">
                <a16:creationId xmlns:a16="http://schemas.microsoft.com/office/drawing/2014/main" id="{EDBA1722-7E9E-1FDE-B96A-3FAAF9411FCE}"/>
              </a:ext>
            </a:extLst>
          </p:cNvPr>
          <p:cNvSpPr>
            <a:spLocks noGrp="1"/>
          </p:cNvSpPr>
          <p:nvPr/>
        </p:nvSpPr>
        <p:spPr>
          <a:xfrm>
            <a:off x="10545775" y="1051560"/>
            <a:ext cx="196596" cy="45720"/>
          </a:xfrm>
          <a:prstGeom prst="rect">
            <a:avLst/>
          </a:prstGeom>
          <a:solidFill>
            <a:srgbClr val="E8EBE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5" name="Segmented Rule 55">
            <a:extLst>
              <a:ext uri="{FF2B5EF4-FFF2-40B4-BE49-F238E27FC236}">
                <a16:creationId xmlns:a16="http://schemas.microsoft.com/office/drawing/2014/main" id="{399629A7-65E1-D10D-154A-4953AB53B464}"/>
              </a:ext>
            </a:extLst>
          </p:cNvPr>
          <p:cNvSpPr>
            <a:spLocks noGrp="1"/>
          </p:cNvSpPr>
          <p:nvPr/>
        </p:nvSpPr>
        <p:spPr>
          <a:xfrm>
            <a:off x="10738714" y="1051560"/>
            <a:ext cx="196596" cy="45720"/>
          </a:xfrm>
          <a:prstGeom prst="rect">
            <a:avLst/>
          </a:prstGeom>
          <a:solidFill>
            <a:srgbClr val="ECEEF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7" name="Segmented Rule 56">
            <a:extLst>
              <a:ext uri="{FF2B5EF4-FFF2-40B4-BE49-F238E27FC236}">
                <a16:creationId xmlns:a16="http://schemas.microsoft.com/office/drawing/2014/main" id="{3918F0B5-C543-3033-27CA-7AA956DBBD38}"/>
              </a:ext>
            </a:extLst>
          </p:cNvPr>
          <p:cNvSpPr>
            <a:spLocks noGrp="1"/>
          </p:cNvSpPr>
          <p:nvPr/>
        </p:nvSpPr>
        <p:spPr>
          <a:xfrm>
            <a:off x="10931652" y="1051560"/>
            <a:ext cx="196596" cy="45720"/>
          </a:xfrm>
          <a:prstGeom prst="rect">
            <a:avLst/>
          </a:prstGeom>
          <a:solidFill>
            <a:srgbClr val="F0F2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9" name="Segmented Rule 57">
            <a:extLst>
              <a:ext uri="{FF2B5EF4-FFF2-40B4-BE49-F238E27FC236}">
                <a16:creationId xmlns:a16="http://schemas.microsoft.com/office/drawing/2014/main" id="{3B78E6E5-B425-6B4E-5D70-E24853710619}"/>
              </a:ext>
            </a:extLst>
          </p:cNvPr>
          <p:cNvSpPr>
            <a:spLocks noGrp="1"/>
          </p:cNvSpPr>
          <p:nvPr/>
        </p:nvSpPr>
        <p:spPr>
          <a:xfrm>
            <a:off x="11124590" y="1051560"/>
            <a:ext cx="196596" cy="45720"/>
          </a:xfrm>
          <a:prstGeom prst="rect">
            <a:avLst/>
          </a:prstGeom>
          <a:solidFill>
            <a:srgbClr val="F4F5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1" name="Segmented Rule 58">
            <a:extLst>
              <a:ext uri="{FF2B5EF4-FFF2-40B4-BE49-F238E27FC236}">
                <a16:creationId xmlns:a16="http://schemas.microsoft.com/office/drawing/2014/main" id="{911B33B4-919D-9A23-7B3C-39D2BF99B808}"/>
              </a:ext>
            </a:extLst>
          </p:cNvPr>
          <p:cNvSpPr>
            <a:spLocks noGrp="1"/>
          </p:cNvSpPr>
          <p:nvPr/>
        </p:nvSpPr>
        <p:spPr>
          <a:xfrm>
            <a:off x="11317529" y="1051560"/>
            <a:ext cx="196596" cy="45720"/>
          </a:xfrm>
          <a:prstGeom prst="rect">
            <a:avLst/>
          </a:prstGeom>
          <a:solidFill>
            <a:srgbClr val="F7F8F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3" name="Segmented Rule 59">
            <a:extLst>
              <a:ext uri="{FF2B5EF4-FFF2-40B4-BE49-F238E27FC236}">
                <a16:creationId xmlns:a16="http://schemas.microsoft.com/office/drawing/2014/main" id="{5E00483C-FCF3-4C53-DF5E-DA7A953A600B}"/>
              </a:ext>
            </a:extLst>
          </p:cNvPr>
          <p:cNvSpPr>
            <a:spLocks noGrp="1"/>
          </p:cNvSpPr>
          <p:nvPr/>
        </p:nvSpPr>
        <p:spPr>
          <a:xfrm>
            <a:off x="11510467" y="1051560"/>
            <a:ext cx="196596" cy="45720"/>
          </a:xfrm>
          <a:prstGeom prst="rect">
            <a:avLst/>
          </a:prstGeom>
          <a:solidFill>
            <a:srgbClr val="FBFCF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5" name="Segmented Rule 60">
            <a:extLst>
              <a:ext uri="{FF2B5EF4-FFF2-40B4-BE49-F238E27FC236}">
                <a16:creationId xmlns:a16="http://schemas.microsoft.com/office/drawing/2014/main" id="{DAC75513-C622-D3D7-A284-85182798CC45}"/>
              </a:ext>
            </a:extLst>
          </p:cNvPr>
          <p:cNvSpPr>
            <a:spLocks noGrp="1"/>
          </p:cNvSpPr>
          <p:nvPr/>
        </p:nvSpPr>
        <p:spPr>
          <a:xfrm>
            <a:off x="11703406" y="1051560"/>
            <a:ext cx="196596" cy="45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67" name="图片 266">
            <a:extLst>
              <a:ext uri="{FF2B5EF4-FFF2-40B4-BE49-F238E27FC236}">
                <a16:creationId xmlns:a16="http://schemas.microsoft.com/office/drawing/2014/main" id="{599B16D0-E7C8-1D41-31A9-A2E969F0970F}"/>
              </a:ext>
            </a:extLst>
          </p:cNvPr>
          <p:cNvPicPr>
            <a:picLocks/>
          </p:cNvPicPr>
          <p:nvPr/>
        </p:nvPicPr>
        <p:blipFill>
          <a:blip r:embed="rId2"/>
          <a:srcRect l="13384" t="476" r="18182" b="-476"/>
          <a:stretch>
            <a:fillRect/>
          </a:stretch>
        </p:blipFill>
        <p:spPr>
          <a:xfrm>
            <a:off x="4040937" y="1243584"/>
            <a:ext cx="7717537" cy="3845811"/>
          </a:xfrm>
          <a:prstGeom prst="rect">
            <a:avLst/>
          </a:prstGeom>
        </p:spPr>
      </p:pic>
      <p:sp>
        <p:nvSpPr>
          <p:cNvPr id="269" name="caption">
            <a:extLst>
              <a:ext uri="{FF2B5EF4-FFF2-40B4-BE49-F238E27FC236}">
                <a16:creationId xmlns:a16="http://schemas.microsoft.com/office/drawing/2014/main" id="{D8F53F02-C6D2-E556-885D-88C4F6BFF6A5}"/>
              </a:ext>
            </a:extLst>
          </p:cNvPr>
          <p:cNvSpPr>
            <a:spLocks noGrp="1"/>
          </p:cNvSpPr>
          <p:nvPr/>
        </p:nvSpPr>
        <p:spPr>
          <a:xfrm>
            <a:off x="6209211" y="5187089"/>
            <a:ext cx="4241924" cy="292608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900" b="0" i="1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1" dirty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图 1 · </a:t>
            </a:r>
            <a:r>
              <a:rPr sz="900" b="0" i="1" dirty="0" err="1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FunSearch</a:t>
            </a:r>
            <a:r>
              <a:rPr sz="900" b="0" i="1" dirty="0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900" b="0" i="1" dirty="0" err="1">
                <a:solidFill>
                  <a:srgbClr val="7A7A7A"/>
                </a:solidFill>
                <a:latin typeface="Microsoft YaHei"/>
                <a:ea typeface="Microsoft YaHei"/>
                <a:cs typeface="Microsoft YaHei"/>
              </a:rPr>
              <a:t>总体流程</a:t>
            </a:r>
            <a:endParaRPr sz="900" b="0" i="1" dirty="0">
              <a:solidFill>
                <a:srgbClr val="7A7A7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6" name="文本框 275">
            <a:extLst>
              <a:ext uri="{FF2B5EF4-FFF2-40B4-BE49-F238E27FC236}">
                <a16:creationId xmlns:a16="http://schemas.microsoft.com/office/drawing/2014/main" id="{E7105AA4-4F67-C828-1917-1236F2DC2010}"/>
              </a:ext>
            </a:extLst>
          </p:cNvPr>
          <p:cNvSpPr txBox="1"/>
          <p:nvPr/>
        </p:nvSpPr>
        <p:spPr>
          <a:xfrm>
            <a:off x="206730" y="2196993"/>
            <a:ext cx="42819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将一个预训练的大语言模型和一个评估器相结合，利用岛屿模型，在多次循环迭代中，通过不断微小的变异累积，实现了对已有成果的突破</a:t>
            </a:r>
          </a:p>
        </p:txBody>
      </p:sp>
      <p:sp>
        <p:nvSpPr>
          <p:cNvPr id="277" name="文本框 276">
            <a:extLst>
              <a:ext uri="{FF2B5EF4-FFF2-40B4-BE49-F238E27FC236}">
                <a16:creationId xmlns:a16="http://schemas.microsoft.com/office/drawing/2014/main" id="{DFC45B0A-8EA3-D072-6896-D377F8D93A4B}"/>
              </a:ext>
            </a:extLst>
          </p:cNvPr>
          <p:cNvSpPr txBox="1"/>
          <p:nvPr/>
        </p:nvSpPr>
        <p:spPr>
          <a:xfrm>
            <a:off x="204154" y="1374474"/>
            <a:ext cx="20617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accent1">
                    <a:lumMod val="75000"/>
                  </a:schemeClr>
                </a:solidFill>
              </a:rPr>
              <a:t>Funsearch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78" name="文本框 277">
            <a:extLst>
              <a:ext uri="{FF2B5EF4-FFF2-40B4-BE49-F238E27FC236}">
                <a16:creationId xmlns:a16="http://schemas.microsoft.com/office/drawing/2014/main" id="{7CD681CD-8320-5DD9-9386-8775788C0C4F}"/>
              </a:ext>
            </a:extLst>
          </p:cNvPr>
          <p:cNvSpPr txBox="1"/>
          <p:nvPr/>
        </p:nvSpPr>
        <p:spPr>
          <a:xfrm>
            <a:off x="206730" y="4598753"/>
            <a:ext cx="443583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Program_database【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程序数据库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】</a:t>
            </a:r>
          </a:p>
          <a:p>
            <a:pPr marL="285750" indent="-285750">
              <a:buFontTx/>
              <a:buChar char="-"/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Evaluator【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评估器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】</a:t>
            </a:r>
          </a:p>
          <a:p>
            <a:pPr marL="285750" indent="-285750">
              <a:buFontTx/>
              <a:buChar char="-"/>
            </a:pP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Sampler【</a:t>
            </a: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</a:rPr>
              <a:t>取样器</a:t>
            </a:r>
            <a:r>
              <a:rPr lang="en-US" altLang="zh-CN" sz="2000" b="1" dirty="0">
                <a:solidFill>
                  <a:schemeClr val="accent1">
                    <a:lumMod val="75000"/>
                  </a:schemeClr>
                </a:solidFill>
              </a:rPr>
              <a:t>】</a:t>
            </a:r>
          </a:p>
        </p:txBody>
      </p:sp>
      <p:sp>
        <p:nvSpPr>
          <p:cNvPr id="279" name="文本框 278">
            <a:extLst>
              <a:ext uri="{FF2B5EF4-FFF2-40B4-BE49-F238E27FC236}">
                <a16:creationId xmlns:a16="http://schemas.microsoft.com/office/drawing/2014/main" id="{E395FFAD-F365-1D5E-B29C-67C343F5C255}"/>
              </a:ext>
            </a:extLst>
          </p:cNvPr>
          <p:cNvSpPr txBox="1"/>
          <p:nvPr/>
        </p:nvSpPr>
        <p:spPr>
          <a:xfrm>
            <a:off x="178723" y="38890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主要框架</a:t>
            </a: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D546A3DB-35B2-BA2B-85C0-D329116AB848}"/>
              </a:ext>
            </a:extLst>
          </p:cNvPr>
          <p:cNvSpPr txBox="1"/>
          <p:nvPr/>
        </p:nvSpPr>
        <p:spPr>
          <a:xfrm>
            <a:off x="210995" y="1892122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（在函数空间中搜索）</a:t>
            </a:r>
          </a:p>
        </p:txBody>
      </p:sp>
    </p:spTree>
    <p:extLst>
      <p:ext uri="{BB962C8B-B14F-4D97-AF65-F5344CB8AC3E}">
        <p14:creationId xmlns:p14="http://schemas.microsoft.com/office/powerpoint/2010/main" val="123422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117A8F9B-578D-7634-52F7-624604DD7608}"/>
              </a:ext>
            </a:extLst>
          </p:cNvPr>
          <p:cNvSpPr txBox="1"/>
          <p:nvPr/>
        </p:nvSpPr>
        <p:spPr>
          <a:xfrm>
            <a:off x="63443" y="257949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外界输入一个或多个可以评估某问题的解决方法的程序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60DC4C-CBC3-36C4-3703-7D4C93D240C7}"/>
              </a:ext>
            </a:extLst>
          </p:cNvPr>
          <p:cNvSpPr txBox="1"/>
          <p:nvPr/>
        </p:nvSpPr>
        <p:spPr>
          <a:xfrm>
            <a:off x="562063" y="646168"/>
            <a:ext cx="28777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（分别采用已知的不同算法解决）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2E2102F-8577-D659-F2D5-5EEFA2A559DF}"/>
              </a:ext>
            </a:extLst>
          </p:cNvPr>
          <p:cNvCxnSpPr>
            <a:cxnSpLocks/>
          </p:cNvCxnSpPr>
          <p:nvPr/>
        </p:nvCxnSpPr>
        <p:spPr>
          <a:xfrm>
            <a:off x="2211960" y="953945"/>
            <a:ext cx="0" cy="119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C268D02E-C65B-54AA-134E-4B7FE4B22273}"/>
              </a:ext>
            </a:extLst>
          </p:cNvPr>
          <p:cNvSpPr txBox="1"/>
          <p:nvPr/>
        </p:nvSpPr>
        <p:spPr>
          <a:xfrm>
            <a:off x="605797" y="131271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利用输入的程序</a:t>
            </a:r>
            <a:endParaRPr lang="en-US" altLang="zh-CN" sz="1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初始化程序数据库</a:t>
            </a:r>
            <a:endParaRPr lang="en-US" altLang="zh-CN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89556FB-61B8-BFBD-BBB4-CE64CE96C944}"/>
              </a:ext>
            </a:extLst>
          </p:cNvPr>
          <p:cNvSpPr/>
          <p:nvPr/>
        </p:nvSpPr>
        <p:spPr>
          <a:xfrm>
            <a:off x="4443047" y="4415495"/>
            <a:ext cx="2807102" cy="172495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E998EB7-248A-6C85-06B1-BB05A8CA585E}"/>
              </a:ext>
            </a:extLst>
          </p:cNvPr>
          <p:cNvCxnSpPr>
            <a:cxnSpLocks/>
          </p:cNvCxnSpPr>
          <p:nvPr/>
        </p:nvCxnSpPr>
        <p:spPr>
          <a:xfrm>
            <a:off x="2881670" y="4587554"/>
            <a:ext cx="1348176" cy="1199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ADB646C6-9988-B43E-A56C-53D5BAE0B2DA}"/>
              </a:ext>
            </a:extLst>
          </p:cNvPr>
          <p:cNvSpPr txBox="1"/>
          <p:nvPr/>
        </p:nvSpPr>
        <p:spPr>
          <a:xfrm>
            <a:off x="4848568" y="4498876"/>
            <a:ext cx="19960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LLMs</a:t>
            </a:r>
            <a:r>
              <a:rPr lang="zh-CN" altLang="en-US" dirty="0"/>
              <a:t>接收</a:t>
            </a:r>
            <a:r>
              <a:rPr lang="en-US" altLang="zh-CN" dirty="0"/>
              <a:t>prompts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58F232B-E9AB-D704-3F7C-C6C8BA2D53AB}"/>
              </a:ext>
            </a:extLst>
          </p:cNvPr>
          <p:cNvSpPr txBox="1"/>
          <p:nvPr/>
        </p:nvSpPr>
        <p:spPr>
          <a:xfrm>
            <a:off x="5061767" y="555184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产生新的程序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78891F5-42B4-C586-FE6D-DC3D658248D6}"/>
              </a:ext>
            </a:extLst>
          </p:cNvPr>
          <p:cNvSpPr/>
          <p:nvPr/>
        </p:nvSpPr>
        <p:spPr>
          <a:xfrm>
            <a:off x="7793718" y="2247513"/>
            <a:ext cx="2610017" cy="17501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DDA7756-A24F-1451-2DA7-8C3558F5F0FB}"/>
              </a:ext>
            </a:extLst>
          </p:cNvPr>
          <p:cNvSpPr txBox="1"/>
          <p:nvPr/>
        </p:nvSpPr>
        <p:spPr>
          <a:xfrm>
            <a:off x="8078678" y="2533314"/>
            <a:ext cx="2040096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600" dirty="0"/>
              <a:t>是否内部调用旧版本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C191491-E0B9-E178-9BF6-6937F4B36EBD}"/>
              </a:ext>
            </a:extLst>
          </p:cNvPr>
          <p:cNvSpPr/>
          <p:nvPr/>
        </p:nvSpPr>
        <p:spPr>
          <a:xfrm>
            <a:off x="921745" y="2247513"/>
            <a:ext cx="2610018" cy="17670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579B63E-8025-AE60-A9C8-D7E2E8C34F55}"/>
              </a:ext>
            </a:extLst>
          </p:cNvPr>
          <p:cNvSpPr txBox="1"/>
          <p:nvPr/>
        </p:nvSpPr>
        <p:spPr>
          <a:xfrm>
            <a:off x="877668" y="2418633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采用经典的岛屿模型来存放程序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B5389B6-04EC-02BA-A05B-7109D20A7B3F}"/>
              </a:ext>
            </a:extLst>
          </p:cNvPr>
          <p:cNvSpPr txBox="1"/>
          <p:nvPr/>
        </p:nvSpPr>
        <p:spPr>
          <a:xfrm>
            <a:off x="500160" y="4055773"/>
            <a:ext cx="35702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程序数据库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programs_database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61DD573-9B15-746E-6246-C78B76382098}"/>
              </a:ext>
            </a:extLst>
          </p:cNvPr>
          <p:cNvSpPr txBox="1"/>
          <p:nvPr/>
        </p:nvSpPr>
        <p:spPr>
          <a:xfrm>
            <a:off x="7775287" y="3234545"/>
            <a:ext cx="26468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/>
              <a:t>检查程序是否能够正常运行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A3E0C05-F825-9607-C4A6-513053890D9E}"/>
              </a:ext>
            </a:extLst>
          </p:cNvPr>
          <p:cNvSpPr txBox="1"/>
          <p:nvPr/>
        </p:nvSpPr>
        <p:spPr>
          <a:xfrm>
            <a:off x="1123755" y="308171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多岛屿</a:t>
            </a:r>
          </a:p>
        </p:txBody>
      </p:sp>
      <p:sp>
        <p:nvSpPr>
          <p:cNvPr id="34" name="左中括号 33">
            <a:extLst>
              <a:ext uri="{FF2B5EF4-FFF2-40B4-BE49-F238E27FC236}">
                <a16:creationId xmlns:a16="http://schemas.microsoft.com/office/drawing/2014/main" id="{ACEF6143-529D-AFF6-7B41-75CCE011F924}"/>
              </a:ext>
            </a:extLst>
          </p:cNvPr>
          <p:cNvSpPr/>
          <p:nvPr/>
        </p:nvSpPr>
        <p:spPr>
          <a:xfrm>
            <a:off x="1976913" y="2803228"/>
            <a:ext cx="618720" cy="1007998"/>
          </a:xfrm>
          <a:prstGeom prst="lef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C59FEDF-B963-3BCF-A6B0-24890DB32165}"/>
              </a:ext>
            </a:extLst>
          </p:cNvPr>
          <p:cNvSpPr txBox="1"/>
          <p:nvPr/>
        </p:nvSpPr>
        <p:spPr>
          <a:xfrm>
            <a:off x="2445534" y="309871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簇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F21A128-416C-C056-E015-6C8E5F4D07E5}"/>
              </a:ext>
            </a:extLst>
          </p:cNvPr>
          <p:cNvSpPr txBox="1"/>
          <p:nvPr/>
        </p:nvSpPr>
        <p:spPr>
          <a:xfrm>
            <a:off x="8150661" y="4043804"/>
            <a:ext cx="2286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评估器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(evaluators)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149F2A7-0EA6-4AD2-2E69-4327A8B5F768}"/>
              </a:ext>
            </a:extLst>
          </p:cNvPr>
          <p:cNvSpPr txBox="1"/>
          <p:nvPr/>
        </p:nvSpPr>
        <p:spPr>
          <a:xfrm>
            <a:off x="4762005" y="6140448"/>
            <a:ext cx="2052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采样器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(samplers)</a:t>
            </a:r>
            <a:endParaRPr lang="zh-CN" altLang="en-US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36A50BF4-ACB3-700E-274A-4CC7B7107B39}"/>
              </a:ext>
            </a:extLst>
          </p:cNvPr>
          <p:cNvCxnSpPr>
            <a:cxnSpLocks/>
          </p:cNvCxnSpPr>
          <p:nvPr/>
        </p:nvCxnSpPr>
        <p:spPr>
          <a:xfrm>
            <a:off x="5757596" y="4923298"/>
            <a:ext cx="0" cy="528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EAE8097C-E3D4-1006-BF1F-404DF0C230D7}"/>
              </a:ext>
            </a:extLst>
          </p:cNvPr>
          <p:cNvCxnSpPr>
            <a:cxnSpLocks/>
          </p:cNvCxnSpPr>
          <p:nvPr/>
        </p:nvCxnSpPr>
        <p:spPr>
          <a:xfrm flipV="1">
            <a:off x="7498901" y="4650032"/>
            <a:ext cx="1320550" cy="1074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2251B946-E76E-17B8-C0BA-6CEC87E2ECAA}"/>
              </a:ext>
            </a:extLst>
          </p:cNvPr>
          <p:cNvCxnSpPr>
            <a:cxnSpLocks/>
          </p:cNvCxnSpPr>
          <p:nvPr/>
        </p:nvCxnSpPr>
        <p:spPr>
          <a:xfrm flipH="1" flipV="1">
            <a:off x="3650801" y="3174947"/>
            <a:ext cx="4098837" cy="6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99B5C411-7A52-5853-27FB-B4B8AC3CA5D4}"/>
              </a:ext>
            </a:extLst>
          </p:cNvPr>
          <p:cNvSpPr txBox="1"/>
          <p:nvPr/>
        </p:nvSpPr>
        <p:spPr>
          <a:xfrm>
            <a:off x="5000989" y="2825479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合法程序入库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CD6B0EE-B926-72EF-5CF7-198F53E0C7D4}"/>
              </a:ext>
            </a:extLst>
          </p:cNvPr>
          <p:cNvSpPr txBox="1"/>
          <p:nvPr/>
        </p:nvSpPr>
        <p:spPr>
          <a:xfrm rot="2527542">
            <a:off x="2223658" y="5159406"/>
            <a:ext cx="2185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将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priority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组装成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prompts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4EE7FDF4-F49B-EFAF-9332-F4293413D5B0}"/>
              </a:ext>
            </a:extLst>
          </p:cNvPr>
          <p:cNvSpPr txBox="1"/>
          <p:nvPr/>
        </p:nvSpPr>
        <p:spPr>
          <a:xfrm rot="19193209">
            <a:off x="7586035" y="5137230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对新程序进行评估</a:t>
            </a:r>
          </a:p>
        </p:txBody>
      </p: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48B58215-91A8-A379-FB8A-2E1AAC2AA2B5}"/>
              </a:ext>
            </a:extLst>
          </p:cNvPr>
          <p:cNvCxnSpPr>
            <a:cxnSpLocks/>
          </p:cNvCxnSpPr>
          <p:nvPr/>
        </p:nvCxnSpPr>
        <p:spPr>
          <a:xfrm flipV="1">
            <a:off x="9027194" y="953945"/>
            <a:ext cx="0" cy="11996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94255D9D-9DA7-5CDB-79F1-763417879214}"/>
              </a:ext>
            </a:extLst>
          </p:cNvPr>
          <p:cNvSpPr txBox="1"/>
          <p:nvPr/>
        </p:nvSpPr>
        <p:spPr>
          <a:xfrm>
            <a:off x="9027194" y="1493819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不合法的程序直接淘汰</a:t>
            </a:r>
          </a:p>
        </p:txBody>
      </p: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B523B003-E524-6858-600B-E60A448594F0}"/>
              </a:ext>
            </a:extLst>
          </p:cNvPr>
          <p:cNvCxnSpPr>
            <a:cxnSpLocks/>
          </p:cNvCxnSpPr>
          <p:nvPr/>
        </p:nvCxnSpPr>
        <p:spPr>
          <a:xfrm flipV="1">
            <a:off x="3650801" y="865444"/>
            <a:ext cx="4508375" cy="1382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DCA3EEF-5D0B-FDC0-D184-6446D6E13335}"/>
              </a:ext>
            </a:extLst>
          </p:cNvPr>
          <p:cNvSpPr txBox="1"/>
          <p:nvPr/>
        </p:nvSpPr>
        <p:spPr>
          <a:xfrm rot="20624951">
            <a:off x="4340961" y="1210876"/>
            <a:ext cx="26981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岛屿每个重置周期后淘汰差程序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A2780A41-F089-0A07-20C4-A7A93109335D}"/>
              </a:ext>
            </a:extLst>
          </p:cNvPr>
          <p:cNvCxnSpPr/>
          <p:nvPr/>
        </p:nvCxnSpPr>
        <p:spPr>
          <a:xfrm>
            <a:off x="11199223" y="772061"/>
            <a:ext cx="0" cy="55996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>
            <a:extLst>
              <a:ext uri="{FF2B5EF4-FFF2-40B4-BE49-F238E27FC236}">
                <a16:creationId xmlns:a16="http://schemas.microsoft.com/office/drawing/2014/main" id="{7F072CD5-9F5B-08F6-2EB7-5CFB76DC47E9}"/>
              </a:ext>
            </a:extLst>
          </p:cNvPr>
          <p:cNvSpPr txBox="1"/>
          <p:nvPr/>
        </p:nvSpPr>
        <p:spPr>
          <a:xfrm>
            <a:off x="11337376" y="2665158"/>
            <a:ext cx="738664" cy="14773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3600" b="1" dirty="0">
                <a:solidFill>
                  <a:schemeClr val="accent1">
                    <a:lumMod val="75000"/>
                  </a:schemeClr>
                </a:solidFill>
              </a:rPr>
              <a:t>总流程</a:t>
            </a: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F0342E40-816D-5F5A-4DBF-49A08A825825}"/>
              </a:ext>
            </a:extLst>
          </p:cNvPr>
          <p:cNvSpPr/>
          <p:nvPr/>
        </p:nvSpPr>
        <p:spPr>
          <a:xfrm>
            <a:off x="8167859" y="121920"/>
            <a:ext cx="1175657" cy="78586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A643B975-B548-506C-FD25-C07DB97AFEA2}"/>
              </a:ext>
            </a:extLst>
          </p:cNvPr>
          <p:cNvSpPr txBox="1"/>
          <p:nvPr/>
        </p:nvSpPr>
        <p:spPr>
          <a:xfrm>
            <a:off x="8150661" y="368985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被淘汰的程序</a:t>
            </a:r>
          </a:p>
        </p:txBody>
      </p:sp>
    </p:spTree>
    <p:extLst>
      <p:ext uri="{BB962C8B-B14F-4D97-AF65-F5344CB8AC3E}">
        <p14:creationId xmlns:p14="http://schemas.microsoft.com/office/powerpoint/2010/main" val="3773513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marker-1">
            <a:extLst>
              <a:ext uri="{FF2B5EF4-FFF2-40B4-BE49-F238E27FC236}">
                <a16:creationId xmlns:a16="http://schemas.microsoft.com/office/drawing/2014/main" id="{9EA5FD19-9B06-07A8-5FEE-F064A51B244F}"/>
              </a:ext>
            </a:extLst>
          </p:cNvPr>
          <p:cNvSpPr>
            <a:spLocks noGrp="1"/>
          </p:cNvSpPr>
          <p:nvPr/>
        </p:nvSpPr>
        <p:spPr>
          <a:xfrm>
            <a:off x="320040" y="365760"/>
            <a:ext cx="164592" cy="384048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itle-marker-2">
            <a:extLst>
              <a:ext uri="{FF2B5EF4-FFF2-40B4-BE49-F238E27FC236}">
                <a16:creationId xmlns:a16="http://schemas.microsoft.com/office/drawing/2014/main" id="{CB0632F0-B276-0DFF-052C-F300F9DF2FA6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73152" cy="384048"/>
          </a:xfrm>
          <a:prstGeom prst="rect">
            <a:avLst/>
          </a:prstGeom>
          <a:solidFill>
            <a:srgbClr val="2E5EA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lide-title">
            <a:extLst>
              <a:ext uri="{FF2B5EF4-FFF2-40B4-BE49-F238E27FC236}">
                <a16:creationId xmlns:a16="http://schemas.microsoft.com/office/drawing/2014/main" id="{5F2044B0-1B3C-55E3-C3A1-4FF62EF696EE}"/>
              </a:ext>
            </a:extLst>
          </p:cNvPr>
          <p:cNvSpPr>
            <a:spLocks noGrp="1"/>
          </p:cNvSpPr>
          <p:nvPr/>
        </p:nvSpPr>
        <p:spPr>
          <a:xfrm>
            <a:off x="868680" y="228600"/>
            <a:ext cx="108813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核心分析</a:t>
            </a:r>
            <a:r>
              <a:rPr lang="en-US" altLang="zh-CN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lang="zh-CN" altLang="en-US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初始化向数据库输入程序</a:t>
            </a:r>
          </a:p>
        </p:txBody>
      </p:sp>
      <p:sp>
        <p:nvSpPr>
          <p:cNvPr id="11" name="Segmented Rule 01">
            <a:extLst>
              <a:ext uri="{FF2B5EF4-FFF2-40B4-BE49-F238E27FC236}">
                <a16:creationId xmlns:a16="http://schemas.microsoft.com/office/drawing/2014/main" id="{935F65AD-58A1-A987-B7CE-54A6D485A8F6}"/>
              </a:ext>
            </a:extLst>
          </p:cNvPr>
          <p:cNvSpPr>
            <a:spLocks noGrp="1"/>
          </p:cNvSpPr>
          <p:nvPr/>
        </p:nvSpPr>
        <p:spPr>
          <a:xfrm>
            <a:off x="320040" y="1051560"/>
            <a:ext cx="196596" cy="4572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egmented Rule 02">
            <a:extLst>
              <a:ext uri="{FF2B5EF4-FFF2-40B4-BE49-F238E27FC236}">
                <a16:creationId xmlns:a16="http://schemas.microsoft.com/office/drawing/2014/main" id="{C2C75A4C-08F6-A2E0-A081-F0CC3271C777}"/>
              </a:ext>
            </a:extLst>
          </p:cNvPr>
          <p:cNvSpPr>
            <a:spLocks noGrp="1"/>
          </p:cNvSpPr>
          <p:nvPr/>
        </p:nvSpPr>
        <p:spPr>
          <a:xfrm>
            <a:off x="512978" y="1051560"/>
            <a:ext cx="196596" cy="45720"/>
          </a:xfrm>
          <a:prstGeom prst="rect">
            <a:avLst/>
          </a:prstGeom>
          <a:solidFill>
            <a:srgbClr val="233B6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egmented Rule 03">
            <a:extLst>
              <a:ext uri="{FF2B5EF4-FFF2-40B4-BE49-F238E27FC236}">
                <a16:creationId xmlns:a16="http://schemas.microsoft.com/office/drawing/2014/main" id="{498756C7-EEFE-14B6-90B4-5E95965746F0}"/>
              </a:ext>
            </a:extLst>
          </p:cNvPr>
          <p:cNvSpPr>
            <a:spLocks noGrp="1"/>
          </p:cNvSpPr>
          <p:nvPr/>
        </p:nvSpPr>
        <p:spPr>
          <a:xfrm>
            <a:off x="705917" y="1051560"/>
            <a:ext cx="196596" cy="45720"/>
          </a:xfrm>
          <a:prstGeom prst="rect">
            <a:avLst/>
          </a:prstGeom>
          <a:solidFill>
            <a:srgbClr val="273F6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egmented Rule 04">
            <a:extLst>
              <a:ext uri="{FF2B5EF4-FFF2-40B4-BE49-F238E27FC236}">
                <a16:creationId xmlns:a16="http://schemas.microsoft.com/office/drawing/2014/main" id="{B500ED58-6FA9-EF48-2D1C-E76C13344011}"/>
              </a:ext>
            </a:extLst>
          </p:cNvPr>
          <p:cNvSpPr>
            <a:spLocks noGrp="1"/>
          </p:cNvSpPr>
          <p:nvPr/>
        </p:nvSpPr>
        <p:spPr>
          <a:xfrm>
            <a:off x="898855" y="1051560"/>
            <a:ext cx="196596" cy="45720"/>
          </a:xfrm>
          <a:prstGeom prst="rect">
            <a:avLst/>
          </a:prstGeom>
          <a:solidFill>
            <a:srgbClr val="2A426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egmented Rule 05">
            <a:extLst>
              <a:ext uri="{FF2B5EF4-FFF2-40B4-BE49-F238E27FC236}">
                <a16:creationId xmlns:a16="http://schemas.microsoft.com/office/drawing/2014/main" id="{14E15380-F57E-09FA-8232-CBA0E207BC76}"/>
              </a:ext>
            </a:extLst>
          </p:cNvPr>
          <p:cNvSpPr>
            <a:spLocks noGrp="1"/>
          </p:cNvSpPr>
          <p:nvPr/>
        </p:nvSpPr>
        <p:spPr>
          <a:xfrm>
            <a:off x="1091794" y="1051560"/>
            <a:ext cx="196596" cy="45720"/>
          </a:xfrm>
          <a:prstGeom prst="rect">
            <a:avLst/>
          </a:prstGeom>
          <a:solidFill>
            <a:srgbClr val="2E456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egmented Rule 06">
            <a:extLst>
              <a:ext uri="{FF2B5EF4-FFF2-40B4-BE49-F238E27FC236}">
                <a16:creationId xmlns:a16="http://schemas.microsoft.com/office/drawing/2014/main" id="{FDE02BE6-8925-8D83-46A5-8351B60F8F3D}"/>
              </a:ext>
            </a:extLst>
          </p:cNvPr>
          <p:cNvSpPr>
            <a:spLocks noGrp="1"/>
          </p:cNvSpPr>
          <p:nvPr/>
        </p:nvSpPr>
        <p:spPr>
          <a:xfrm>
            <a:off x="1284732" y="1051560"/>
            <a:ext cx="196596" cy="45720"/>
          </a:xfrm>
          <a:prstGeom prst="rect">
            <a:avLst/>
          </a:prstGeom>
          <a:solidFill>
            <a:srgbClr val="32497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egmented Rule 07">
            <a:extLst>
              <a:ext uri="{FF2B5EF4-FFF2-40B4-BE49-F238E27FC236}">
                <a16:creationId xmlns:a16="http://schemas.microsoft.com/office/drawing/2014/main" id="{B96FC77B-CFB3-E1DD-D8E2-068BCA852A71}"/>
              </a:ext>
            </a:extLst>
          </p:cNvPr>
          <p:cNvSpPr>
            <a:spLocks noGrp="1"/>
          </p:cNvSpPr>
          <p:nvPr/>
        </p:nvSpPr>
        <p:spPr>
          <a:xfrm>
            <a:off x="1477670" y="1051560"/>
            <a:ext cx="196596" cy="45720"/>
          </a:xfrm>
          <a:prstGeom prst="rect">
            <a:avLst/>
          </a:prstGeom>
          <a:solidFill>
            <a:srgbClr val="364C7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egmented Rule 08">
            <a:extLst>
              <a:ext uri="{FF2B5EF4-FFF2-40B4-BE49-F238E27FC236}">
                <a16:creationId xmlns:a16="http://schemas.microsoft.com/office/drawing/2014/main" id="{14009A0E-859B-53EE-2277-4FACCB8BD7FB}"/>
              </a:ext>
            </a:extLst>
          </p:cNvPr>
          <p:cNvSpPr>
            <a:spLocks noGrp="1"/>
          </p:cNvSpPr>
          <p:nvPr/>
        </p:nvSpPr>
        <p:spPr>
          <a:xfrm>
            <a:off x="1670609" y="1051560"/>
            <a:ext cx="196596" cy="45720"/>
          </a:xfrm>
          <a:prstGeom prst="rect">
            <a:avLst/>
          </a:prstGeom>
          <a:solidFill>
            <a:srgbClr val="3A507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egmented Rule 09">
            <a:extLst>
              <a:ext uri="{FF2B5EF4-FFF2-40B4-BE49-F238E27FC236}">
                <a16:creationId xmlns:a16="http://schemas.microsoft.com/office/drawing/2014/main" id="{04C25191-92D0-568C-5555-BAE85FB2E555}"/>
              </a:ext>
            </a:extLst>
          </p:cNvPr>
          <p:cNvSpPr>
            <a:spLocks noGrp="1"/>
          </p:cNvSpPr>
          <p:nvPr/>
        </p:nvSpPr>
        <p:spPr>
          <a:xfrm>
            <a:off x="1863547" y="1051560"/>
            <a:ext cx="196596" cy="45720"/>
          </a:xfrm>
          <a:prstGeom prst="rect">
            <a:avLst/>
          </a:prstGeom>
          <a:solidFill>
            <a:srgbClr val="3D537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egmented Rule 10">
            <a:extLst>
              <a:ext uri="{FF2B5EF4-FFF2-40B4-BE49-F238E27FC236}">
                <a16:creationId xmlns:a16="http://schemas.microsoft.com/office/drawing/2014/main" id="{A6C83C9F-0874-3E61-E261-FFE4403F24EA}"/>
              </a:ext>
            </a:extLst>
          </p:cNvPr>
          <p:cNvSpPr>
            <a:spLocks noGrp="1"/>
          </p:cNvSpPr>
          <p:nvPr/>
        </p:nvSpPr>
        <p:spPr>
          <a:xfrm>
            <a:off x="2056486" y="1051560"/>
            <a:ext cx="196596" cy="45720"/>
          </a:xfrm>
          <a:prstGeom prst="rect">
            <a:avLst/>
          </a:prstGeom>
          <a:solidFill>
            <a:srgbClr val="41567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egmented Rule 11">
            <a:extLst>
              <a:ext uri="{FF2B5EF4-FFF2-40B4-BE49-F238E27FC236}">
                <a16:creationId xmlns:a16="http://schemas.microsoft.com/office/drawing/2014/main" id="{3D7CE33E-80A7-334C-B372-F83E70D4BDE5}"/>
              </a:ext>
            </a:extLst>
          </p:cNvPr>
          <p:cNvSpPr>
            <a:spLocks noGrp="1"/>
          </p:cNvSpPr>
          <p:nvPr/>
        </p:nvSpPr>
        <p:spPr>
          <a:xfrm>
            <a:off x="2249424" y="1051560"/>
            <a:ext cx="196596" cy="45720"/>
          </a:xfrm>
          <a:prstGeom prst="rect">
            <a:avLst/>
          </a:prstGeom>
          <a:solidFill>
            <a:srgbClr val="455A7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egmented Rule 12">
            <a:extLst>
              <a:ext uri="{FF2B5EF4-FFF2-40B4-BE49-F238E27FC236}">
                <a16:creationId xmlns:a16="http://schemas.microsoft.com/office/drawing/2014/main" id="{45D43FED-7DBF-7C7F-EE60-919E7FD5DFEC}"/>
              </a:ext>
            </a:extLst>
          </p:cNvPr>
          <p:cNvSpPr>
            <a:spLocks noGrp="1"/>
          </p:cNvSpPr>
          <p:nvPr/>
        </p:nvSpPr>
        <p:spPr>
          <a:xfrm>
            <a:off x="2442362" y="1051560"/>
            <a:ext cx="196596" cy="45720"/>
          </a:xfrm>
          <a:prstGeom prst="rect">
            <a:avLst/>
          </a:prstGeom>
          <a:solidFill>
            <a:srgbClr val="495D8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egmented Rule 13">
            <a:extLst>
              <a:ext uri="{FF2B5EF4-FFF2-40B4-BE49-F238E27FC236}">
                <a16:creationId xmlns:a16="http://schemas.microsoft.com/office/drawing/2014/main" id="{09821A9F-9CC4-7002-E600-DBEFBCF0B90C}"/>
              </a:ext>
            </a:extLst>
          </p:cNvPr>
          <p:cNvSpPr>
            <a:spLocks noGrp="1"/>
          </p:cNvSpPr>
          <p:nvPr/>
        </p:nvSpPr>
        <p:spPr>
          <a:xfrm>
            <a:off x="2635301" y="1051560"/>
            <a:ext cx="196596" cy="45720"/>
          </a:xfrm>
          <a:prstGeom prst="rect">
            <a:avLst/>
          </a:prstGeom>
          <a:solidFill>
            <a:srgbClr val="4D608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egmented Rule 14">
            <a:extLst>
              <a:ext uri="{FF2B5EF4-FFF2-40B4-BE49-F238E27FC236}">
                <a16:creationId xmlns:a16="http://schemas.microsoft.com/office/drawing/2014/main" id="{7D41073F-524B-1276-2133-2A733CDF5782}"/>
              </a:ext>
            </a:extLst>
          </p:cNvPr>
          <p:cNvSpPr>
            <a:spLocks noGrp="1"/>
          </p:cNvSpPr>
          <p:nvPr/>
        </p:nvSpPr>
        <p:spPr>
          <a:xfrm>
            <a:off x="2828239" y="1051560"/>
            <a:ext cx="196596" cy="45720"/>
          </a:xfrm>
          <a:prstGeom prst="rect">
            <a:avLst/>
          </a:prstGeom>
          <a:solidFill>
            <a:srgbClr val="50648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egmented Rule 15">
            <a:extLst>
              <a:ext uri="{FF2B5EF4-FFF2-40B4-BE49-F238E27FC236}">
                <a16:creationId xmlns:a16="http://schemas.microsoft.com/office/drawing/2014/main" id="{7D2FF5FE-6860-8E54-7FBE-DD6F0A47B46F}"/>
              </a:ext>
            </a:extLst>
          </p:cNvPr>
          <p:cNvSpPr>
            <a:spLocks noGrp="1"/>
          </p:cNvSpPr>
          <p:nvPr/>
        </p:nvSpPr>
        <p:spPr>
          <a:xfrm>
            <a:off x="3021178" y="1051560"/>
            <a:ext cx="196596" cy="45720"/>
          </a:xfrm>
          <a:prstGeom prst="rect">
            <a:avLst/>
          </a:prstGeom>
          <a:solidFill>
            <a:srgbClr val="54678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egmented Rule 16">
            <a:extLst>
              <a:ext uri="{FF2B5EF4-FFF2-40B4-BE49-F238E27FC236}">
                <a16:creationId xmlns:a16="http://schemas.microsoft.com/office/drawing/2014/main" id="{20DEC786-4750-D796-313A-92889023FCD7}"/>
              </a:ext>
            </a:extLst>
          </p:cNvPr>
          <p:cNvSpPr>
            <a:spLocks noGrp="1"/>
          </p:cNvSpPr>
          <p:nvPr/>
        </p:nvSpPr>
        <p:spPr>
          <a:xfrm>
            <a:off x="3214116" y="1051560"/>
            <a:ext cx="196596" cy="45720"/>
          </a:xfrm>
          <a:prstGeom prst="rect">
            <a:avLst/>
          </a:prstGeom>
          <a:solidFill>
            <a:srgbClr val="586B8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egmented Rule 17">
            <a:extLst>
              <a:ext uri="{FF2B5EF4-FFF2-40B4-BE49-F238E27FC236}">
                <a16:creationId xmlns:a16="http://schemas.microsoft.com/office/drawing/2014/main" id="{8CC28A4E-AB40-3EC9-2A16-57015C6FF644}"/>
              </a:ext>
            </a:extLst>
          </p:cNvPr>
          <p:cNvSpPr>
            <a:spLocks noGrp="1"/>
          </p:cNvSpPr>
          <p:nvPr/>
        </p:nvSpPr>
        <p:spPr>
          <a:xfrm>
            <a:off x="3407054" y="1051560"/>
            <a:ext cx="196596" cy="45720"/>
          </a:xfrm>
          <a:prstGeom prst="rect">
            <a:avLst/>
          </a:prstGeom>
          <a:solidFill>
            <a:srgbClr val="5C6E8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egmented Rule 18">
            <a:extLst>
              <a:ext uri="{FF2B5EF4-FFF2-40B4-BE49-F238E27FC236}">
                <a16:creationId xmlns:a16="http://schemas.microsoft.com/office/drawing/2014/main" id="{03E5E983-069B-26BC-0D52-5D4E14789CDE}"/>
              </a:ext>
            </a:extLst>
          </p:cNvPr>
          <p:cNvSpPr>
            <a:spLocks noGrp="1"/>
          </p:cNvSpPr>
          <p:nvPr/>
        </p:nvSpPr>
        <p:spPr>
          <a:xfrm>
            <a:off x="3599993" y="1051560"/>
            <a:ext cx="196596" cy="45720"/>
          </a:xfrm>
          <a:prstGeom prst="rect">
            <a:avLst/>
          </a:prstGeom>
          <a:solidFill>
            <a:srgbClr val="60719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egmented Rule 19">
            <a:extLst>
              <a:ext uri="{FF2B5EF4-FFF2-40B4-BE49-F238E27FC236}">
                <a16:creationId xmlns:a16="http://schemas.microsoft.com/office/drawing/2014/main" id="{D3C4560A-3E4F-630A-6547-2AE41FDD7013}"/>
              </a:ext>
            </a:extLst>
          </p:cNvPr>
          <p:cNvSpPr>
            <a:spLocks noGrp="1"/>
          </p:cNvSpPr>
          <p:nvPr/>
        </p:nvSpPr>
        <p:spPr>
          <a:xfrm>
            <a:off x="3792931" y="1051560"/>
            <a:ext cx="196596" cy="45720"/>
          </a:xfrm>
          <a:prstGeom prst="rect">
            <a:avLst/>
          </a:prstGeom>
          <a:solidFill>
            <a:srgbClr val="63759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egmented Rule 20">
            <a:extLst>
              <a:ext uri="{FF2B5EF4-FFF2-40B4-BE49-F238E27FC236}">
                <a16:creationId xmlns:a16="http://schemas.microsoft.com/office/drawing/2014/main" id="{D9229390-B5C9-58D1-95CD-C35851EF0548}"/>
              </a:ext>
            </a:extLst>
          </p:cNvPr>
          <p:cNvSpPr>
            <a:spLocks noGrp="1"/>
          </p:cNvSpPr>
          <p:nvPr/>
        </p:nvSpPr>
        <p:spPr>
          <a:xfrm>
            <a:off x="3985870" y="1051560"/>
            <a:ext cx="196596" cy="45720"/>
          </a:xfrm>
          <a:prstGeom prst="rect">
            <a:avLst/>
          </a:prstGeom>
          <a:solidFill>
            <a:srgbClr val="67789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egmented Rule 21">
            <a:extLst>
              <a:ext uri="{FF2B5EF4-FFF2-40B4-BE49-F238E27FC236}">
                <a16:creationId xmlns:a16="http://schemas.microsoft.com/office/drawing/2014/main" id="{9BA3A22B-5616-B3FE-743C-9ED00A03DD34}"/>
              </a:ext>
            </a:extLst>
          </p:cNvPr>
          <p:cNvSpPr>
            <a:spLocks noGrp="1"/>
          </p:cNvSpPr>
          <p:nvPr/>
        </p:nvSpPr>
        <p:spPr>
          <a:xfrm>
            <a:off x="4178808" y="1051560"/>
            <a:ext cx="196596" cy="45720"/>
          </a:xfrm>
          <a:prstGeom prst="rect">
            <a:avLst/>
          </a:prstGeom>
          <a:solidFill>
            <a:srgbClr val="6B7B9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egmented Rule 22">
            <a:extLst>
              <a:ext uri="{FF2B5EF4-FFF2-40B4-BE49-F238E27FC236}">
                <a16:creationId xmlns:a16="http://schemas.microsoft.com/office/drawing/2014/main" id="{BACE9732-6912-9887-374F-6EAF3744849A}"/>
              </a:ext>
            </a:extLst>
          </p:cNvPr>
          <p:cNvSpPr>
            <a:spLocks noGrp="1"/>
          </p:cNvSpPr>
          <p:nvPr/>
        </p:nvSpPr>
        <p:spPr>
          <a:xfrm>
            <a:off x="4371746" y="1051560"/>
            <a:ext cx="196596" cy="45720"/>
          </a:xfrm>
          <a:prstGeom prst="rect">
            <a:avLst/>
          </a:prstGeom>
          <a:solidFill>
            <a:srgbClr val="6F7F9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egmented Rule 23">
            <a:extLst>
              <a:ext uri="{FF2B5EF4-FFF2-40B4-BE49-F238E27FC236}">
                <a16:creationId xmlns:a16="http://schemas.microsoft.com/office/drawing/2014/main" id="{4769736A-B3E6-E981-BE9C-4FFE24FF1F51}"/>
              </a:ext>
            </a:extLst>
          </p:cNvPr>
          <p:cNvSpPr>
            <a:spLocks noGrp="1"/>
          </p:cNvSpPr>
          <p:nvPr/>
        </p:nvSpPr>
        <p:spPr>
          <a:xfrm>
            <a:off x="4564685" y="1051560"/>
            <a:ext cx="196596" cy="45720"/>
          </a:xfrm>
          <a:prstGeom prst="rect">
            <a:avLst/>
          </a:prstGeom>
          <a:solidFill>
            <a:srgbClr val="73829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egmented Rule 24">
            <a:extLst>
              <a:ext uri="{FF2B5EF4-FFF2-40B4-BE49-F238E27FC236}">
                <a16:creationId xmlns:a16="http://schemas.microsoft.com/office/drawing/2014/main" id="{A3BF45CC-2291-6902-C1A3-856DBCBE1A37}"/>
              </a:ext>
            </a:extLst>
          </p:cNvPr>
          <p:cNvSpPr>
            <a:spLocks noGrp="1"/>
          </p:cNvSpPr>
          <p:nvPr/>
        </p:nvSpPr>
        <p:spPr>
          <a:xfrm>
            <a:off x="4757623" y="1051560"/>
            <a:ext cx="196596" cy="45720"/>
          </a:xfrm>
          <a:prstGeom prst="rect">
            <a:avLst/>
          </a:prstGeom>
          <a:solidFill>
            <a:srgbClr val="7686A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egmented Rule 25">
            <a:extLst>
              <a:ext uri="{FF2B5EF4-FFF2-40B4-BE49-F238E27FC236}">
                <a16:creationId xmlns:a16="http://schemas.microsoft.com/office/drawing/2014/main" id="{FBF234B5-6123-B2A3-07CE-092911CECA03}"/>
              </a:ext>
            </a:extLst>
          </p:cNvPr>
          <p:cNvSpPr>
            <a:spLocks noGrp="1"/>
          </p:cNvSpPr>
          <p:nvPr/>
        </p:nvSpPr>
        <p:spPr>
          <a:xfrm>
            <a:off x="4950562" y="1051560"/>
            <a:ext cx="196596" cy="45720"/>
          </a:xfrm>
          <a:prstGeom prst="rect">
            <a:avLst/>
          </a:prstGeom>
          <a:solidFill>
            <a:srgbClr val="7A89A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egmented Rule 26">
            <a:extLst>
              <a:ext uri="{FF2B5EF4-FFF2-40B4-BE49-F238E27FC236}">
                <a16:creationId xmlns:a16="http://schemas.microsoft.com/office/drawing/2014/main" id="{A0F63F5B-E9B2-656B-06D5-13B9E59AF9F3}"/>
              </a:ext>
            </a:extLst>
          </p:cNvPr>
          <p:cNvSpPr>
            <a:spLocks noGrp="1"/>
          </p:cNvSpPr>
          <p:nvPr/>
        </p:nvSpPr>
        <p:spPr>
          <a:xfrm>
            <a:off x="5143500" y="1051560"/>
            <a:ext cx="196596" cy="45720"/>
          </a:xfrm>
          <a:prstGeom prst="rect">
            <a:avLst/>
          </a:prstGeom>
          <a:solidFill>
            <a:srgbClr val="7E8CA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egmented Rule 27">
            <a:extLst>
              <a:ext uri="{FF2B5EF4-FFF2-40B4-BE49-F238E27FC236}">
                <a16:creationId xmlns:a16="http://schemas.microsoft.com/office/drawing/2014/main" id="{C54200B6-78D3-D53E-2CF1-FB1C456E19A3}"/>
              </a:ext>
            </a:extLst>
          </p:cNvPr>
          <p:cNvSpPr>
            <a:spLocks noGrp="1"/>
          </p:cNvSpPr>
          <p:nvPr/>
        </p:nvSpPr>
        <p:spPr>
          <a:xfrm>
            <a:off x="5336438" y="1051560"/>
            <a:ext cx="196596" cy="45720"/>
          </a:xfrm>
          <a:prstGeom prst="rect">
            <a:avLst/>
          </a:prstGeom>
          <a:solidFill>
            <a:srgbClr val="8290A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egmented Rule 28">
            <a:extLst>
              <a:ext uri="{FF2B5EF4-FFF2-40B4-BE49-F238E27FC236}">
                <a16:creationId xmlns:a16="http://schemas.microsoft.com/office/drawing/2014/main" id="{FFBC6F87-2D70-F7B4-4E25-F1EC7F4BE681}"/>
              </a:ext>
            </a:extLst>
          </p:cNvPr>
          <p:cNvSpPr>
            <a:spLocks noGrp="1"/>
          </p:cNvSpPr>
          <p:nvPr/>
        </p:nvSpPr>
        <p:spPr>
          <a:xfrm>
            <a:off x="5529377" y="1051560"/>
            <a:ext cx="196596" cy="45720"/>
          </a:xfrm>
          <a:prstGeom prst="rect">
            <a:avLst/>
          </a:prstGeom>
          <a:solidFill>
            <a:srgbClr val="8693A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egmented Rule 29">
            <a:extLst>
              <a:ext uri="{FF2B5EF4-FFF2-40B4-BE49-F238E27FC236}">
                <a16:creationId xmlns:a16="http://schemas.microsoft.com/office/drawing/2014/main" id="{AA579424-0F0E-16D8-6106-8F7D00BA2BB3}"/>
              </a:ext>
            </a:extLst>
          </p:cNvPr>
          <p:cNvSpPr>
            <a:spLocks noGrp="1"/>
          </p:cNvSpPr>
          <p:nvPr/>
        </p:nvSpPr>
        <p:spPr>
          <a:xfrm>
            <a:off x="5722315" y="1051560"/>
            <a:ext cx="196596" cy="45720"/>
          </a:xfrm>
          <a:prstGeom prst="rect">
            <a:avLst/>
          </a:prstGeom>
          <a:solidFill>
            <a:srgbClr val="8996A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egmented Rule 30">
            <a:extLst>
              <a:ext uri="{FF2B5EF4-FFF2-40B4-BE49-F238E27FC236}">
                <a16:creationId xmlns:a16="http://schemas.microsoft.com/office/drawing/2014/main" id="{FDE5B59F-BECE-869C-AF05-0AEBC5141BFF}"/>
              </a:ext>
            </a:extLst>
          </p:cNvPr>
          <p:cNvSpPr>
            <a:spLocks noGrp="1"/>
          </p:cNvSpPr>
          <p:nvPr/>
        </p:nvSpPr>
        <p:spPr>
          <a:xfrm>
            <a:off x="5915254" y="1051560"/>
            <a:ext cx="196596" cy="45720"/>
          </a:xfrm>
          <a:prstGeom prst="rect">
            <a:avLst/>
          </a:prstGeom>
          <a:solidFill>
            <a:srgbClr val="8D9AB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egmented Rule 31">
            <a:extLst>
              <a:ext uri="{FF2B5EF4-FFF2-40B4-BE49-F238E27FC236}">
                <a16:creationId xmlns:a16="http://schemas.microsoft.com/office/drawing/2014/main" id="{D6FBFF7C-7528-D8E5-F3F3-D92EF141E99B}"/>
              </a:ext>
            </a:extLst>
          </p:cNvPr>
          <p:cNvSpPr>
            <a:spLocks noGrp="1"/>
          </p:cNvSpPr>
          <p:nvPr/>
        </p:nvSpPr>
        <p:spPr>
          <a:xfrm>
            <a:off x="6108192" y="1051560"/>
            <a:ext cx="196596" cy="45720"/>
          </a:xfrm>
          <a:prstGeom prst="rect">
            <a:avLst/>
          </a:prstGeom>
          <a:solidFill>
            <a:srgbClr val="919DB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egmented Rule 32">
            <a:extLst>
              <a:ext uri="{FF2B5EF4-FFF2-40B4-BE49-F238E27FC236}">
                <a16:creationId xmlns:a16="http://schemas.microsoft.com/office/drawing/2014/main" id="{DE3AE01C-3067-2181-6E9A-96352CFE0458}"/>
              </a:ext>
            </a:extLst>
          </p:cNvPr>
          <p:cNvSpPr>
            <a:spLocks noGrp="1"/>
          </p:cNvSpPr>
          <p:nvPr/>
        </p:nvSpPr>
        <p:spPr>
          <a:xfrm>
            <a:off x="6301130" y="1051560"/>
            <a:ext cx="196596" cy="45720"/>
          </a:xfrm>
          <a:prstGeom prst="rect">
            <a:avLst/>
          </a:prstGeom>
          <a:solidFill>
            <a:srgbClr val="95A1B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egmented Rule 33">
            <a:extLst>
              <a:ext uri="{FF2B5EF4-FFF2-40B4-BE49-F238E27FC236}">
                <a16:creationId xmlns:a16="http://schemas.microsoft.com/office/drawing/2014/main" id="{F81DBE6A-06A7-C082-B867-B9A348278CE7}"/>
              </a:ext>
            </a:extLst>
          </p:cNvPr>
          <p:cNvSpPr>
            <a:spLocks noGrp="1"/>
          </p:cNvSpPr>
          <p:nvPr/>
        </p:nvSpPr>
        <p:spPr>
          <a:xfrm>
            <a:off x="6494069" y="1051560"/>
            <a:ext cx="196596" cy="45720"/>
          </a:xfrm>
          <a:prstGeom prst="rect">
            <a:avLst/>
          </a:prstGeom>
          <a:solidFill>
            <a:srgbClr val="98A4B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egmented Rule 34">
            <a:extLst>
              <a:ext uri="{FF2B5EF4-FFF2-40B4-BE49-F238E27FC236}">
                <a16:creationId xmlns:a16="http://schemas.microsoft.com/office/drawing/2014/main" id="{8A3F16C9-B962-8689-4296-B0485110A2FD}"/>
              </a:ext>
            </a:extLst>
          </p:cNvPr>
          <p:cNvSpPr>
            <a:spLocks noGrp="1"/>
          </p:cNvSpPr>
          <p:nvPr/>
        </p:nvSpPr>
        <p:spPr>
          <a:xfrm>
            <a:off x="6687007" y="1051560"/>
            <a:ext cx="196596" cy="45720"/>
          </a:xfrm>
          <a:prstGeom prst="rect">
            <a:avLst/>
          </a:prstGeom>
          <a:solidFill>
            <a:srgbClr val="9CA7B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egmented Rule 35">
            <a:extLst>
              <a:ext uri="{FF2B5EF4-FFF2-40B4-BE49-F238E27FC236}">
                <a16:creationId xmlns:a16="http://schemas.microsoft.com/office/drawing/2014/main" id="{091CB329-5A98-CC99-87EF-9FC5834E52B5}"/>
              </a:ext>
            </a:extLst>
          </p:cNvPr>
          <p:cNvSpPr>
            <a:spLocks noGrp="1"/>
          </p:cNvSpPr>
          <p:nvPr/>
        </p:nvSpPr>
        <p:spPr>
          <a:xfrm>
            <a:off x="6879946" y="1051560"/>
            <a:ext cx="196596" cy="45720"/>
          </a:xfrm>
          <a:prstGeom prst="rect">
            <a:avLst/>
          </a:prstGeom>
          <a:solidFill>
            <a:srgbClr val="A0ABB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egmented Rule 36">
            <a:extLst>
              <a:ext uri="{FF2B5EF4-FFF2-40B4-BE49-F238E27FC236}">
                <a16:creationId xmlns:a16="http://schemas.microsoft.com/office/drawing/2014/main" id="{2F5B76F6-DDB8-0189-5543-EE8C5BAF2BB4}"/>
              </a:ext>
            </a:extLst>
          </p:cNvPr>
          <p:cNvSpPr>
            <a:spLocks noGrp="1"/>
          </p:cNvSpPr>
          <p:nvPr/>
        </p:nvSpPr>
        <p:spPr>
          <a:xfrm>
            <a:off x="7072884" y="1051560"/>
            <a:ext cx="196596" cy="45720"/>
          </a:xfrm>
          <a:prstGeom prst="rect">
            <a:avLst/>
          </a:prstGeom>
          <a:solidFill>
            <a:srgbClr val="A4AEC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egmented Rule 37">
            <a:extLst>
              <a:ext uri="{FF2B5EF4-FFF2-40B4-BE49-F238E27FC236}">
                <a16:creationId xmlns:a16="http://schemas.microsoft.com/office/drawing/2014/main" id="{78068C73-B1D1-8EB7-CFBB-FD81866DD5A8}"/>
              </a:ext>
            </a:extLst>
          </p:cNvPr>
          <p:cNvSpPr>
            <a:spLocks noGrp="1"/>
          </p:cNvSpPr>
          <p:nvPr/>
        </p:nvSpPr>
        <p:spPr>
          <a:xfrm>
            <a:off x="7265822" y="1051560"/>
            <a:ext cx="196596" cy="45720"/>
          </a:xfrm>
          <a:prstGeom prst="rect">
            <a:avLst/>
          </a:prstGeom>
          <a:solidFill>
            <a:srgbClr val="A8B1C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egmented Rule 38">
            <a:extLst>
              <a:ext uri="{FF2B5EF4-FFF2-40B4-BE49-F238E27FC236}">
                <a16:creationId xmlns:a16="http://schemas.microsoft.com/office/drawing/2014/main" id="{7B733ACC-75A0-00DB-DB97-BE95C89210A9}"/>
              </a:ext>
            </a:extLst>
          </p:cNvPr>
          <p:cNvSpPr>
            <a:spLocks noGrp="1"/>
          </p:cNvSpPr>
          <p:nvPr/>
        </p:nvSpPr>
        <p:spPr>
          <a:xfrm>
            <a:off x="7458761" y="1051560"/>
            <a:ext cx="196596" cy="45720"/>
          </a:xfrm>
          <a:prstGeom prst="rect">
            <a:avLst/>
          </a:prstGeom>
          <a:solidFill>
            <a:srgbClr val="ABB5C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egmented Rule 39">
            <a:extLst>
              <a:ext uri="{FF2B5EF4-FFF2-40B4-BE49-F238E27FC236}">
                <a16:creationId xmlns:a16="http://schemas.microsoft.com/office/drawing/2014/main" id="{6432374E-3EAE-F6B4-8283-3B6923378692}"/>
              </a:ext>
            </a:extLst>
          </p:cNvPr>
          <p:cNvSpPr>
            <a:spLocks noGrp="1"/>
          </p:cNvSpPr>
          <p:nvPr/>
        </p:nvSpPr>
        <p:spPr>
          <a:xfrm>
            <a:off x="7651699" y="1051560"/>
            <a:ext cx="196596" cy="45720"/>
          </a:xfrm>
          <a:prstGeom prst="rect">
            <a:avLst/>
          </a:prstGeom>
          <a:solidFill>
            <a:srgbClr val="AFB8C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egmented Rule 40">
            <a:extLst>
              <a:ext uri="{FF2B5EF4-FFF2-40B4-BE49-F238E27FC236}">
                <a16:creationId xmlns:a16="http://schemas.microsoft.com/office/drawing/2014/main" id="{914C9F2D-398D-6AFE-489A-BBAEF75A3878}"/>
              </a:ext>
            </a:extLst>
          </p:cNvPr>
          <p:cNvSpPr>
            <a:spLocks noGrp="1"/>
          </p:cNvSpPr>
          <p:nvPr/>
        </p:nvSpPr>
        <p:spPr>
          <a:xfrm>
            <a:off x="7844638" y="1051560"/>
            <a:ext cx="196596" cy="45720"/>
          </a:xfrm>
          <a:prstGeom prst="rect">
            <a:avLst/>
          </a:prstGeom>
          <a:solidFill>
            <a:srgbClr val="B3BCC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egmented Rule 41">
            <a:extLst>
              <a:ext uri="{FF2B5EF4-FFF2-40B4-BE49-F238E27FC236}">
                <a16:creationId xmlns:a16="http://schemas.microsoft.com/office/drawing/2014/main" id="{8A44C8B2-052A-F105-BBE9-9D103C432410}"/>
              </a:ext>
            </a:extLst>
          </p:cNvPr>
          <p:cNvSpPr>
            <a:spLocks noGrp="1"/>
          </p:cNvSpPr>
          <p:nvPr/>
        </p:nvSpPr>
        <p:spPr>
          <a:xfrm>
            <a:off x="8037576" y="1051560"/>
            <a:ext cx="196596" cy="45720"/>
          </a:xfrm>
          <a:prstGeom prst="rect">
            <a:avLst/>
          </a:prstGeom>
          <a:solidFill>
            <a:srgbClr val="B7BFC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egmented Rule 42">
            <a:extLst>
              <a:ext uri="{FF2B5EF4-FFF2-40B4-BE49-F238E27FC236}">
                <a16:creationId xmlns:a16="http://schemas.microsoft.com/office/drawing/2014/main" id="{9E686249-63E7-E357-4320-FA202F91CC53}"/>
              </a:ext>
            </a:extLst>
          </p:cNvPr>
          <p:cNvSpPr>
            <a:spLocks noGrp="1"/>
          </p:cNvSpPr>
          <p:nvPr/>
        </p:nvSpPr>
        <p:spPr>
          <a:xfrm>
            <a:off x="8230514" y="1051560"/>
            <a:ext cx="196596" cy="45720"/>
          </a:xfrm>
          <a:prstGeom prst="rect">
            <a:avLst/>
          </a:prstGeom>
          <a:solidFill>
            <a:srgbClr val="BBC2D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egmented Rule 43">
            <a:extLst>
              <a:ext uri="{FF2B5EF4-FFF2-40B4-BE49-F238E27FC236}">
                <a16:creationId xmlns:a16="http://schemas.microsoft.com/office/drawing/2014/main" id="{57910ABC-7B02-6A07-07EC-867E95E4EA94}"/>
              </a:ext>
            </a:extLst>
          </p:cNvPr>
          <p:cNvSpPr>
            <a:spLocks noGrp="1"/>
          </p:cNvSpPr>
          <p:nvPr/>
        </p:nvSpPr>
        <p:spPr>
          <a:xfrm>
            <a:off x="8423453" y="1051560"/>
            <a:ext cx="196596" cy="45720"/>
          </a:xfrm>
          <a:prstGeom prst="rect">
            <a:avLst/>
          </a:prstGeom>
          <a:solidFill>
            <a:srgbClr val="BEC6D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egmented Rule 44">
            <a:extLst>
              <a:ext uri="{FF2B5EF4-FFF2-40B4-BE49-F238E27FC236}">
                <a16:creationId xmlns:a16="http://schemas.microsoft.com/office/drawing/2014/main" id="{92569ADC-0D08-60B8-8D0E-CC728CF9C418}"/>
              </a:ext>
            </a:extLst>
          </p:cNvPr>
          <p:cNvSpPr>
            <a:spLocks noGrp="1"/>
          </p:cNvSpPr>
          <p:nvPr/>
        </p:nvSpPr>
        <p:spPr>
          <a:xfrm>
            <a:off x="8616391" y="1051560"/>
            <a:ext cx="196596" cy="45720"/>
          </a:xfrm>
          <a:prstGeom prst="rect">
            <a:avLst/>
          </a:prstGeom>
          <a:solidFill>
            <a:srgbClr val="C2C9D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egmented Rule 45">
            <a:extLst>
              <a:ext uri="{FF2B5EF4-FFF2-40B4-BE49-F238E27FC236}">
                <a16:creationId xmlns:a16="http://schemas.microsoft.com/office/drawing/2014/main" id="{24853061-2701-6175-F083-A0F3F7360404}"/>
              </a:ext>
            </a:extLst>
          </p:cNvPr>
          <p:cNvSpPr>
            <a:spLocks noGrp="1"/>
          </p:cNvSpPr>
          <p:nvPr/>
        </p:nvSpPr>
        <p:spPr>
          <a:xfrm>
            <a:off x="8809330" y="1051560"/>
            <a:ext cx="196596" cy="45720"/>
          </a:xfrm>
          <a:prstGeom prst="rect">
            <a:avLst/>
          </a:prstGeom>
          <a:solidFill>
            <a:srgbClr val="C6CCD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egmented Rule 46">
            <a:extLst>
              <a:ext uri="{FF2B5EF4-FFF2-40B4-BE49-F238E27FC236}">
                <a16:creationId xmlns:a16="http://schemas.microsoft.com/office/drawing/2014/main" id="{C543E8DF-77D8-EA6A-1430-1F8A0BAEA075}"/>
              </a:ext>
            </a:extLst>
          </p:cNvPr>
          <p:cNvSpPr>
            <a:spLocks noGrp="1"/>
          </p:cNvSpPr>
          <p:nvPr/>
        </p:nvSpPr>
        <p:spPr>
          <a:xfrm>
            <a:off x="9002268" y="1051560"/>
            <a:ext cx="196596" cy="45720"/>
          </a:xfrm>
          <a:prstGeom prst="rect">
            <a:avLst/>
          </a:prstGeom>
          <a:solidFill>
            <a:srgbClr val="CAD0D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egmented Rule 47">
            <a:extLst>
              <a:ext uri="{FF2B5EF4-FFF2-40B4-BE49-F238E27FC236}">
                <a16:creationId xmlns:a16="http://schemas.microsoft.com/office/drawing/2014/main" id="{A2A9C6DB-1202-E093-1CBD-57F7726A6FA1}"/>
              </a:ext>
            </a:extLst>
          </p:cNvPr>
          <p:cNvSpPr>
            <a:spLocks noGrp="1"/>
          </p:cNvSpPr>
          <p:nvPr/>
        </p:nvSpPr>
        <p:spPr>
          <a:xfrm>
            <a:off x="9195206" y="1051560"/>
            <a:ext cx="196596" cy="45720"/>
          </a:xfrm>
          <a:prstGeom prst="rect">
            <a:avLst/>
          </a:prstGeom>
          <a:solidFill>
            <a:srgbClr val="CED3D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Segmented Rule 48">
            <a:extLst>
              <a:ext uri="{FF2B5EF4-FFF2-40B4-BE49-F238E27FC236}">
                <a16:creationId xmlns:a16="http://schemas.microsoft.com/office/drawing/2014/main" id="{235DC2CF-67BA-2F78-A277-2B707553A776}"/>
              </a:ext>
            </a:extLst>
          </p:cNvPr>
          <p:cNvSpPr>
            <a:spLocks noGrp="1"/>
          </p:cNvSpPr>
          <p:nvPr/>
        </p:nvSpPr>
        <p:spPr>
          <a:xfrm>
            <a:off x="9388145" y="1051560"/>
            <a:ext cx="196596" cy="45720"/>
          </a:xfrm>
          <a:prstGeom prst="rect">
            <a:avLst/>
          </a:prstGeom>
          <a:solidFill>
            <a:srgbClr val="D1D7D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egmented Rule 49">
            <a:extLst>
              <a:ext uri="{FF2B5EF4-FFF2-40B4-BE49-F238E27FC236}">
                <a16:creationId xmlns:a16="http://schemas.microsoft.com/office/drawing/2014/main" id="{B32E1AD2-BFDA-8AA1-3AC4-77A4BD9FDCE8}"/>
              </a:ext>
            </a:extLst>
          </p:cNvPr>
          <p:cNvSpPr>
            <a:spLocks noGrp="1"/>
          </p:cNvSpPr>
          <p:nvPr/>
        </p:nvSpPr>
        <p:spPr>
          <a:xfrm>
            <a:off x="9581083" y="1051560"/>
            <a:ext cx="196596" cy="45720"/>
          </a:xfrm>
          <a:prstGeom prst="rect">
            <a:avLst/>
          </a:prstGeom>
          <a:solidFill>
            <a:srgbClr val="D5DAE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Segmented Rule 50">
            <a:extLst>
              <a:ext uri="{FF2B5EF4-FFF2-40B4-BE49-F238E27FC236}">
                <a16:creationId xmlns:a16="http://schemas.microsoft.com/office/drawing/2014/main" id="{BF485603-1C01-5D8A-209B-F9FE36820DEE}"/>
              </a:ext>
            </a:extLst>
          </p:cNvPr>
          <p:cNvSpPr>
            <a:spLocks noGrp="1"/>
          </p:cNvSpPr>
          <p:nvPr/>
        </p:nvSpPr>
        <p:spPr>
          <a:xfrm>
            <a:off x="9774022" y="1051560"/>
            <a:ext cx="196596" cy="45720"/>
          </a:xfrm>
          <a:prstGeom prst="rect">
            <a:avLst/>
          </a:prstGeom>
          <a:solidFill>
            <a:srgbClr val="D9DDE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egmented Rule 51">
            <a:extLst>
              <a:ext uri="{FF2B5EF4-FFF2-40B4-BE49-F238E27FC236}">
                <a16:creationId xmlns:a16="http://schemas.microsoft.com/office/drawing/2014/main" id="{FB86F1A1-0DEA-DDF4-C1F9-BC46F3BE38DB}"/>
              </a:ext>
            </a:extLst>
          </p:cNvPr>
          <p:cNvSpPr>
            <a:spLocks noGrp="1"/>
          </p:cNvSpPr>
          <p:nvPr/>
        </p:nvSpPr>
        <p:spPr>
          <a:xfrm>
            <a:off x="9966960" y="1051560"/>
            <a:ext cx="196596" cy="45720"/>
          </a:xfrm>
          <a:prstGeom prst="rect">
            <a:avLst/>
          </a:prstGeom>
          <a:solidFill>
            <a:srgbClr val="DDE1E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Segmented Rule 52">
            <a:extLst>
              <a:ext uri="{FF2B5EF4-FFF2-40B4-BE49-F238E27FC236}">
                <a16:creationId xmlns:a16="http://schemas.microsoft.com/office/drawing/2014/main" id="{42B11387-6E4A-EF1B-6D99-EFB2DDD0C994}"/>
              </a:ext>
            </a:extLst>
          </p:cNvPr>
          <p:cNvSpPr>
            <a:spLocks noGrp="1"/>
          </p:cNvSpPr>
          <p:nvPr/>
        </p:nvSpPr>
        <p:spPr>
          <a:xfrm>
            <a:off x="10159898" y="1051560"/>
            <a:ext cx="196596" cy="45720"/>
          </a:xfrm>
          <a:prstGeom prst="rect">
            <a:avLst/>
          </a:prstGeom>
          <a:solidFill>
            <a:srgbClr val="E1E4E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Segmented Rule 53">
            <a:extLst>
              <a:ext uri="{FF2B5EF4-FFF2-40B4-BE49-F238E27FC236}">
                <a16:creationId xmlns:a16="http://schemas.microsoft.com/office/drawing/2014/main" id="{3ED09980-1150-C88D-E56D-8236CD5ACD71}"/>
              </a:ext>
            </a:extLst>
          </p:cNvPr>
          <p:cNvSpPr>
            <a:spLocks noGrp="1"/>
          </p:cNvSpPr>
          <p:nvPr/>
        </p:nvSpPr>
        <p:spPr>
          <a:xfrm>
            <a:off x="10352837" y="1051560"/>
            <a:ext cx="196596" cy="45720"/>
          </a:xfrm>
          <a:prstGeom prst="rect">
            <a:avLst/>
          </a:prstGeom>
          <a:solidFill>
            <a:srgbClr val="E4E7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egmented Rule 54">
            <a:extLst>
              <a:ext uri="{FF2B5EF4-FFF2-40B4-BE49-F238E27FC236}">
                <a16:creationId xmlns:a16="http://schemas.microsoft.com/office/drawing/2014/main" id="{FCFDB780-1509-3A30-2B25-5EB9E9729F7A}"/>
              </a:ext>
            </a:extLst>
          </p:cNvPr>
          <p:cNvSpPr>
            <a:spLocks noGrp="1"/>
          </p:cNvSpPr>
          <p:nvPr/>
        </p:nvSpPr>
        <p:spPr>
          <a:xfrm>
            <a:off x="10545775" y="1051560"/>
            <a:ext cx="196596" cy="45720"/>
          </a:xfrm>
          <a:prstGeom prst="rect">
            <a:avLst/>
          </a:prstGeom>
          <a:solidFill>
            <a:srgbClr val="E8EBE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egmented Rule 55">
            <a:extLst>
              <a:ext uri="{FF2B5EF4-FFF2-40B4-BE49-F238E27FC236}">
                <a16:creationId xmlns:a16="http://schemas.microsoft.com/office/drawing/2014/main" id="{69D89A19-A828-735D-CCBB-ABB8450136C0}"/>
              </a:ext>
            </a:extLst>
          </p:cNvPr>
          <p:cNvSpPr>
            <a:spLocks noGrp="1"/>
          </p:cNvSpPr>
          <p:nvPr/>
        </p:nvSpPr>
        <p:spPr>
          <a:xfrm>
            <a:off x="10738714" y="1051560"/>
            <a:ext cx="196596" cy="45720"/>
          </a:xfrm>
          <a:prstGeom prst="rect">
            <a:avLst/>
          </a:prstGeom>
          <a:solidFill>
            <a:srgbClr val="ECEEF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Segmented Rule 56">
            <a:extLst>
              <a:ext uri="{FF2B5EF4-FFF2-40B4-BE49-F238E27FC236}">
                <a16:creationId xmlns:a16="http://schemas.microsoft.com/office/drawing/2014/main" id="{10ABD1F0-33D8-A462-E6E6-B841903E7062}"/>
              </a:ext>
            </a:extLst>
          </p:cNvPr>
          <p:cNvSpPr>
            <a:spLocks noGrp="1"/>
          </p:cNvSpPr>
          <p:nvPr/>
        </p:nvSpPr>
        <p:spPr>
          <a:xfrm>
            <a:off x="10931652" y="1051560"/>
            <a:ext cx="196596" cy="45720"/>
          </a:xfrm>
          <a:prstGeom prst="rect">
            <a:avLst/>
          </a:prstGeom>
          <a:solidFill>
            <a:srgbClr val="F0F2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egmented Rule 57">
            <a:extLst>
              <a:ext uri="{FF2B5EF4-FFF2-40B4-BE49-F238E27FC236}">
                <a16:creationId xmlns:a16="http://schemas.microsoft.com/office/drawing/2014/main" id="{AF92FD8B-CD13-98A1-0B2C-FDFD515F389B}"/>
              </a:ext>
            </a:extLst>
          </p:cNvPr>
          <p:cNvSpPr>
            <a:spLocks noGrp="1"/>
          </p:cNvSpPr>
          <p:nvPr/>
        </p:nvSpPr>
        <p:spPr>
          <a:xfrm>
            <a:off x="11124590" y="1051560"/>
            <a:ext cx="196596" cy="45720"/>
          </a:xfrm>
          <a:prstGeom prst="rect">
            <a:avLst/>
          </a:prstGeom>
          <a:solidFill>
            <a:srgbClr val="F4F5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egmented Rule 58">
            <a:extLst>
              <a:ext uri="{FF2B5EF4-FFF2-40B4-BE49-F238E27FC236}">
                <a16:creationId xmlns:a16="http://schemas.microsoft.com/office/drawing/2014/main" id="{FFB413CC-98A0-D8EF-8D90-B1ED48222D8F}"/>
              </a:ext>
            </a:extLst>
          </p:cNvPr>
          <p:cNvSpPr>
            <a:spLocks noGrp="1"/>
          </p:cNvSpPr>
          <p:nvPr/>
        </p:nvSpPr>
        <p:spPr>
          <a:xfrm>
            <a:off x="11317529" y="1051560"/>
            <a:ext cx="196596" cy="45720"/>
          </a:xfrm>
          <a:prstGeom prst="rect">
            <a:avLst/>
          </a:prstGeom>
          <a:solidFill>
            <a:srgbClr val="F7F8F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Segmented Rule 59">
            <a:extLst>
              <a:ext uri="{FF2B5EF4-FFF2-40B4-BE49-F238E27FC236}">
                <a16:creationId xmlns:a16="http://schemas.microsoft.com/office/drawing/2014/main" id="{A08FA892-A7B4-5EEE-E8EF-0314FAB376CD}"/>
              </a:ext>
            </a:extLst>
          </p:cNvPr>
          <p:cNvSpPr>
            <a:spLocks noGrp="1"/>
          </p:cNvSpPr>
          <p:nvPr/>
        </p:nvSpPr>
        <p:spPr>
          <a:xfrm>
            <a:off x="11510467" y="1051560"/>
            <a:ext cx="196596" cy="45720"/>
          </a:xfrm>
          <a:prstGeom prst="rect">
            <a:avLst/>
          </a:prstGeom>
          <a:solidFill>
            <a:srgbClr val="FBFCF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E10E5F0E-ED04-066F-DEFC-41C11FC0F7BF}"/>
              </a:ext>
            </a:extLst>
          </p:cNvPr>
          <p:cNvSpPr txBox="1"/>
          <p:nvPr/>
        </p:nvSpPr>
        <p:spPr>
          <a:xfrm>
            <a:off x="7145376" y="2050608"/>
            <a:ext cx="34986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并不直接描述问题，而是将问题的解决方法和评估方法以程序的形式输入</a:t>
            </a:r>
            <a:endParaRPr lang="en-US" altLang="zh-CN" sz="1400" b="1" dirty="0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9378A6EB-6923-B40A-91DF-1C3A954125D4}"/>
              </a:ext>
            </a:extLst>
          </p:cNvPr>
          <p:cNvSpPr txBox="1"/>
          <p:nvPr/>
        </p:nvSpPr>
        <p:spPr>
          <a:xfrm>
            <a:off x="6738518" y="2844224"/>
            <a:ext cx="43470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后续的搜索是在程序库中搜索，而不是直接从答案搜索，</a:t>
            </a:r>
            <a:endParaRPr lang="en-US" altLang="zh-CN" sz="1400" b="1" dirty="0"/>
          </a:p>
          <a:p>
            <a:endParaRPr lang="en-US" altLang="zh-CN" sz="1400" b="1" dirty="0"/>
          </a:p>
          <a:p>
            <a:r>
              <a:rPr lang="zh-CN" altLang="en-US" sz="1400" b="1" dirty="0"/>
              <a:t>同时搜索程序利于后续的规模化，在一定程度上避免了局限性</a:t>
            </a:r>
          </a:p>
        </p:txBody>
      </p:sp>
      <p:pic>
        <p:nvPicPr>
          <p:cNvPr id="133" name="图片 132">
            <a:extLst>
              <a:ext uri="{FF2B5EF4-FFF2-40B4-BE49-F238E27FC236}">
                <a16:creationId xmlns:a16="http://schemas.microsoft.com/office/drawing/2014/main" id="{B151EBE3-9DC7-436B-97CB-F5C409B9B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347" y="1587061"/>
            <a:ext cx="2696693" cy="4144723"/>
          </a:xfrm>
          <a:prstGeom prst="rect">
            <a:avLst/>
          </a:prstGeom>
        </p:spPr>
      </p:pic>
      <p:pic>
        <p:nvPicPr>
          <p:cNvPr id="135" name="图片 134">
            <a:extLst>
              <a:ext uri="{FF2B5EF4-FFF2-40B4-BE49-F238E27FC236}">
                <a16:creationId xmlns:a16="http://schemas.microsoft.com/office/drawing/2014/main" id="{992529D7-6DC6-2D72-4174-6F44C02C2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7799" y="1493520"/>
            <a:ext cx="2738108" cy="4233778"/>
          </a:xfrm>
          <a:prstGeom prst="rect">
            <a:avLst/>
          </a:prstGeom>
        </p:spPr>
      </p:pic>
      <p:sp>
        <p:nvSpPr>
          <p:cNvPr id="136" name="文本框 135">
            <a:extLst>
              <a:ext uri="{FF2B5EF4-FFF2-40B4-BE49-F238E27FC236}">
                <a16:creationId xmlns:a16="http://schemas.microsoft.com/office/drawing/2014/main" id="{9021AD81-93F2-90A1-E169-83EA662FD255}"/>
              </a:ext>
            </a:extLst>
          </p:cNvPr>
          <p:cNvSpPr txBox="1"/>
          <p:nvPr/>
        </p:nvSpPr>
        <p:spPr>
          <a:xfrm>
            <a:off x="7844638" y="1593726"/>
            <a:ext cx="1933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Funsearch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的输入</a:t>
            </a:r>
            <a:endParaRPr lang="zh-CN" altLang="en-US" dirty="0"/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E91450A8-788E-0957-118A-B763D4074756}"/>
              </a:ext>
            </a:extLst>
          </p:cNvPr>
          <p:cNvCxnSpPr>
            <a:cxnSpLocks/>
          </p:cNvCxnSpPr>
          <p:nvPr/>
        </p:nvCxnSpPr>
        <p:spPr>
          <a:xfrm>
            <a:off x="6687007" y="4236720"/>
            <a:ext cx="50630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本框 142">
            <a:extLst>
              <a:ext uri="{FF2B5EF4-FFF2-40B4-BE49-F238E27FC236}">
                <a16:creationId xmlns:a16="http://schemas.microsoft.com/office/drawing/2014/main" id="{C912B98B-6ED9-4148-D44B-081A49A213DF}"/>
              </a:ext>
            </a:extLst>
          </p:cNvPr>
          <p:cNvSpPr txBox="1"/>
          <p:nvPr/>
        </p:nvSpPr>
        <p:spPr>
          <a:xfrm>
            <a:off x="6624034" y="4410015"/>
            <a:ext cx="51363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在后续的流程中，通常会有一个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evaluate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和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priority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函数</a:t>
            </a: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4BEC24A3-F4D7-9CB0-02D7-88C3C30C9C8E}"/>
              </a:ext>
            </a:extLst>
          </p:cNvPr>
          <p:cNvSpPr txBox="1"/>
          <p:nvPr/>
        </p:nvSpPr>
        <p:spPr>
          <a:xfrm>
            <a:off x="6807251" y="4882272"/>
            <a:ext cx="37385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Evaluate</a:t>
            </a:r>
            <a:r>
              <a:rPr lang="zh-CN" altLang="en-US" sz="1400" b="1" dirty="0"/>
              <a:t>：评估问题在当前算法下得到的评分</a:t>
            </a: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D6E78CB6-FE4F-24A4-F93C-D07664B66D14}"/>
              </a:ext>
            </a:extLst>
          </p:cNvPr>
          <p:cNvSpPr txBox="1"/>
          <p:nvPr/>
        </p:nvSpPr>
        <p:spPr>
          <a:xfrm>
            <a:off x="6807251" y="5405491"/>
            <a:ext cx="4546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Priority</a:t>
            </a:r>
            <a:r>
              <a:rPr lang="zh-CN" altLang="en-US" sz="1400" b="1" dirty="0"/>
              <a:t>：解决问题的核心算法，即后续不断进化的函数</a:t>
            </a:r>
          </a:p>
        </p:txBody>
      </p:sp>
      <p:sp>
        <p:nvSpPr>
          <p:cNvPr id="146" name="文本框 145">
            <a:extLst>
              <a:ext uri="{FF2B5EF4-FFF2-40B4-BE49-F238E27FC236}">
                <a16:creationId xmlns:a16="http://schemas.microsoft.com/office/drawing/2014/main" id="{D83420C2-10C7-2FEF-5B6D-A4051955B369}"/>
              </a:ext>
            </a:extLst>
          </p:cNvPr>
          <p:cNvSpPr txBox="1"/>
          <p:nvPr/>
        </p:nvSpPr>
        <p:spPr>
          <a:xfrm>
            <a:off x="6813022" y="5928710"/>
            <a:ext cx="3488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/>
              <a:t>且通常会在程序中加入</a:t>
            </a:r>
            <a:r>
              <a:rPr lang="en-US" altLang="zh-CN" sz="1400" b="1" dirty="0" err="1"/>
              <a:t>dostring</a:t>
            </a:r>
            <a:r>
              <a:rPr lang="zh-CN" altLang="en-US" sz="1400" b="1" dirty="0"/>
              <a:t>和</a:t>
            </a:r>
            <a:r>
              <a:rPr lang="en-US" altLang="zh-CN" sz="1400" b="1" dirty="0" err="1"/>
              <a:t>perface</a:t>
            </a:r>
            <a:endParaRPr lang="en-US" altLang="zh-CN" sz="1400" b="1" dirty="0"/>
          </a:p>
        </p:txBody>
      </p:sp>
      <p:sp>
        <p:nvSpPr>
          <p:cNvPr id="147" name="文本框 146">
            <a:extLst>
              <a:ext uri="{FF2B5EF4-FFF2-40B4-BE49-F238E27FC236}">
                <a16:creationId xmlns:a16="http://schemas.microsoft.com/office/drawing/2014/main" id="{F8F3F05C-438F-D03B-5B81-53C7A03B5DE1}"/>
              </a:ext>
            </a:extLst>
          </p:cNvPr>
          <p:cNvSpPr txBox="1"/>
          <p:nvPr/>
        </p:nvSpPr>
        <p:spPr>
          <a:xfrm>
            <a:off x="6807251" y="6236487"/>
            <a:ext cx="252505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（这利于后续</a:t>
            </a:r>
            <a:r>
              <a:rPr lang="en-US" altLang="zh-CN" sz="1200" dirty="0"/>
              <a:t>LLMs</a:t>
            </a:r>
            <a:r>
              <a:rPr lang="zh-CN" altLang="en-US" sz="1200" dirty="0"/>
              <a:t>对问题的了解）</a:t>
            </a:r>
          </a:p>
        </p:txBody>
      </p:sp>
    </p:spTree>
    <p:extLst>
      <p:ext uri="{BB962C8B-B14F-4D97-AF65-F5344CB8AC3E}">
        <p14:creationId xmlns:p14="http://schemas.microsoft.com/office/powerpoint/2010/main" val="342129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title-marker-1">
            <a:extLst>
              <a:ext uri="{FF2B5EF4-FFF2-40B4-BE49-F238E27FC236}">
                <a16:creationId xmlns:a16="http://schemas.microsoft.com/office/drawing/2014/main" id="{D1FA5BBE-5822-6C01-43D2-E5396A8DBE1C}"/>
              </a:ext>
            </a:extLst>
          </p:cNvPr>
          <p:cNvSpPr>
            <a:spLocks noGrp="1"/>
          </p:cNvSpPr>
          <p:nvPr/>
        </p:nvSpPr>
        <p:spPr>
          <a:xfrm>
            <a:off x="320040" y="365760"/>
            <a:ext cx="164592" cy="384048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9" name="title-marker-2">
            <a:extLst>
              <a:ext uri="{FF2B5EF4-FFF2-40B4-BE49-F238E27FC236}">
                <a16:creationId xmlns:a16="http://schemas.microsoft.com/office/drawing/2014/main" id="{F02D30C9-74E9-0945-E243-A90C5FFC0653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73152" cy="384048"/>
          </a:xfrm>
          <a:prstGeom prst="rect">
            <a:avLst/>
          </a:prstGeom>
          <a:solidFill>
            <a:srgbClr val="2E5EA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1" name="slide-title">
            <a:extLst>
              <a:ext uri="{FF2B5EF4-FFF2-40B4-BE49-F238E27FC236}">
                <a16:creationId xmlns:a16="http://schemas.microsoft.com/office/drawing/2014/main" id="{EC568ABE-6749-442B-628E-6EC739266BED}"/>
              </a:ext>
            </a:extLst>
          </p:cNvPr>
          <p:cNvSpPr>
            <a:spLocks noGrp="1"/>
          </p:cNvSpPr>
          <p:nvPr/>
        </p:nvSpPr>
        <p:spPr>
          <a:xfrm>
            <a:off x="868680" y="228600"/>
            <a:ext cx="108813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核心分析</a:t>
            </a:r>
            <a:r>
              <a:rPr lang="en-US" altLang="zh-CN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lang="zh-CN" altLang="en-US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强大的岛屿模型</a:t>
            </a:r>
            <a:r>
              <a:rPr lang="en-US" altLang="zh-CN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( </a:t>
            </a:r>
            <a:r>
              <a:rPr lang="zh-CN" altLang="en-US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使用多岛而非单岛 </a:t>
            </a:r>
            <a:r>
              <a:rPr lang="en-US" altLang="zh-CN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24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83" name="Segmented Rule 01">
            <a:extLst>
              <a:ext uri="{FF2B5EF4-FFF2-40B4-BE49-F238E27FC236}">
                <a16:creationId xmlns:a16="http://schemas.microsoft.com/office/drawing/2014/main" id="{DD9814AD-BFE3-AF7A-11C4-2F17D43CD3FB}"/>
              </a:ext>
            </a:extLst>
          </p:cNvPr>
          <p:cNvSpPr>
            <a:spLocks noGrp="1"/>
          </p:cNvSpPr>
          <p:nvPr/>
        </p:nvSpPr>
        <p:spPr>
          <a:xfrm>
            <a:off x="320040" y="1051560"/>
            <a:ext cx="196596" cy="4572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5" name="Segmented Rule 02">
            <a:extLst>
              <a:ext uri="{FF2B5EF4-FFF2-40B4-BE49-F238E27FC236}">
                <a16:creationId xmlns:a16="http://schemas.microsoft.com/office/drawing/2014/main" id="{683A18BB-FBD7-F416-C964-F95A0E53C8AA}"/>
              </a:ext>
            </a:extLst>
          </p:cNvPr>
          <p:cNvSpPr>
            <a:spLocks noGrp="1"/>
          </p:cNvSpPr>
          <p:nvPr/>
        </p:nvSpPr>
        <p:spPr>
          <a:xfrm>
            <a:off x="512978" y="1051560"/>
            <a:ext cx="196596" cy="45720"/>
          </a:xfrm>
          <a:prstGeom prst="rect">
            <a:avLst/>
          </a:prstGeom>
          <a:solidFill>
            <a:srgbClr val="233B6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7" name="Segmented Rule 03">
            <a:extLst>
              <a:ext uri="{FF2B5EF4-FFF2-40B4-BE49-F238E27FC236}">
                <a16:creationId xmlns:a16="http://schemas.microsoft.com/office/drawing/2014/main" id="{AE79310E-7637-6911-03C7-291746EF86E5}"/>
              </a:ext>
            </a:extLst>
          </p:cNvPr>
          <p:cNvSpPr>
            <a:spLocks noGrp="1"/>
          </p:cNvSpPr>
          <p:nvPr/>
        </p:nvSpPr>
        <p:spPr>
          <a:xfrm>
            <a:off x="705917" y="1051560"/>
            <a:ext cx="196596" cy="45720"/>
          </a:xfrm>
          <a:prstGeom prst="rect">
            <a:avLst/>
          </a:prstGeom>
          <a:solidFill>
            <a:srgbClr val="273F6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9" name="Segmented Rule 04">
            <a:extLst>
              <a:ext uri="{FF2B5EF4-FFF2-40B4-BE49-F238E27FC236}">
                <a16:creationId xmlns:a16="http://schemas.microsoft.com/office/drawing/2014/main" id="{108E21D8-4AB2-8D88-1DEE-66643A063051}"/>
              </a:ext>
            </a:extLst>
          </p:cNvPr>
          <p:cNvSpPr>
            <a:spLocks noGrp="1"/>
          </p:cNvSpPr>
          <p:nvPr/>
        </p:nvSpPr>
        <p:spPr>
          <a:xfrm>
            <a:off x="898855" y="1051560"/>
            <a:ext cx="196596" cy="45720"/>
          </a:xfrm>
          <a:prstGeom prst="rect">
            <a:avLst/>
          </a:prstGeom>
          <a:solidFill>
            <a:srgbClr val="2A426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1" name="Segmented Rule 05">
            <a:extLst>
              <a:ext uri="{FF2B5EF4-FFF2-40B4-BE49-F238E27FC236}">
                <a16:creationId xmlns:a16="http://schemas.microsoft.com/office/drawing/2014/main" id="{AE692AC5-64C6-6846-49F0-17B446120E6F}"/>
              </a:ext>
            </a:extLst>
          </p:cNvPr>
          <p:cNvSpPr>
            <a:spLocks noGrp="1"/>
          </p:cNvSpPr>
          <p:nvPr/>
        </p:nvSpPr>
        <p:spPr>
          <a:xfrm>
            <a:off x="1091794" y="1051560"/>
            <a:ext cx="196596" cy="45720"/>
          </a:xfrm>
          <a:prstGeom prst="rect">
            <a:avLst/>
          </a:prstGeom>
          <a:solidFill>
            <a:srgbClr val="2E456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3" name="Segmented Rule 06">
            <a:extLst>
              <a:ext uri="{FF2B5EF4-FFF2-40B4-BE49-F238E27FC236}">
                <a16:creationId xmlns:a16="http://schemas.microsoft.com/office/drawing/2014/main" id="{CC4F1FCB-1279-28B7-97CF-FBBDC8D410B6}"/>
              </a:ext>
            </a:extLst>
          </p:cNvPr>
          <p:cNvSpPr>
            <a:spLocks noGrp="1"/>
          </p:cNvSpPr>
          <p:nvPr/>
        </p:nvSpPr>
        <p:spPr>
          <a:xfrm>
            <a:off x="1284732" y="1051560"/>
            <a:ext cx="196596" cy="45720"/>
          </a:xfrm>
          <a:prstGeom prst="rect">
            <a:avLst/>
          </a:prstGeom>
          <a:solidFill>
            <a:srgbClr val="32497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5" name="Segmented Rule 07">
            <a:extLst>
              <a:ext uri="{FF2B5EF4-FFF2-40B4-BE49-F238E27FC236}">
                <a16:creationId xmlns:a16="http://schemas.microsoft.com/office/drawing/2014/main" id="{F25AC879-8E9C-5E88-845D-9D214A6209CF}"/>
              </a:ext>
            </a:extLst>
          </p:cNvPr>
          <p:cNvSpPr>
            <a:spLocks noGrp="1"/>
          </p:cNvSpPr>
          <p:nvPr/>
        </p:nvSpPr>
        <p:spPr>
          <a:xfrm>
            <a:off x="1477670" y="1051560"/>
            <a:ext cx="196596" cy="45720"/>
          </a:xfrm>
          <a:prstGeom prst="rect">
            <a:avLst/>
          </a:prstGeom>
          <a:solidFill>
            <a:srgbClr val="364C7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7" name="Segmented Rule 08">
            <a:extLst>
              <a:ext uri="{FF2B5EF4-FFF2-40B4-BE49-F238E27FC236}">
                <a16:creationId xmlns:a16="http://schemas.microsoft.com/office/drawing/2014/main" id="{98163F77-ADC4-B445-D8D2-DCE8B2E4837D}"/>
              </a:ext>
            </a:extLst>
          </p:cNvPr>
          <p:cNvSpPr>
            <a:spLocks noGrp="1"/>
          </p:cNvSpPr>
          <p:nvPr/>
        </p:nvSpPr>
        <p:spPr>
          <a:xfrm>
            <a:off x="1670609" y="1051560"/>
            <a:ext cx="196596" cy="45720"/>
          </a:xfrm>
          <a:prstGeom prst="rect">
            <a:avLst/>
          </a:prstGeom>
          <a:solidFill>
            <a:srgbClr val="3A507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9" name="Segmented Rule 09">
            <a:extLst>
              <a:ext uri="{FF2B5EF4-FFF2-40B4-BE49-F238E27FC236}">
                <a16:creationId xmlns:a16="http://schemas.microsoft.com/office/drawing/2014/main" id="{B85A4DD7-808E-BDC9-CA42-470616A0540B}"/>
              </a:ext>
            </a:extLst>
          </p:cNvPr>
          <p:cNvSpPr>
            <a:spLocks noGrp="1"/>
          </p:cNvSpPr>
          <p:nvPr/>
        </p:nvSpPr>
        <p:spPr>
          <a:xfrm>
            <a:off x="1863547" y="1051560"/>
            <a:ext cx="196596" cy="45720"/>
          </a:xfrm>
          <a:prstGeom prst="rect">
            <a:avLst/>
          </a:prstGeom>
          <a:solidFill>
            <a:srgbClr val="3D537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1" name="Segmented Rule 10">
            <a:extLst>
              <a:ext uri="{FF2B5EF4-FFF2-40B4-BE49-F238E27FC236}">
                <a16:creationId xmlns:a16="http://schemas.microsoft.com/office/drawing/2014/main" id="{F47E4AD1-2ACF-77CB-1780-1E8EBBD61E0F}"/>
              </a:ext>
            </a:extLst>
          </p:cNvPr>
          <p:cNvSpPr>
            <a:spLocks noGrp="1"/>
          </p:cNvSpPr>
          <p:nvPr/>
        </p:nvSpPr>
        <p:spPr>
          <a:xfrm>
            <a:off x="2056486" y="1051560"/>
            <a:ext cx="196596" cy="45720"/>
          </a:xfrm>
          <a:prstGeom prst="rect">
            <a:avLst/>
          </a:prstGeom>
          <a:solidFill>
            <a:srgbClr val="41567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3" name="Segmented Rule 11">
            <a:extLst>
              <a:ext uri="{FF2B5EF4-FFF2-40B4-BE49-F238E27FC236}">
                <a16:creationId xmlns:a16="http://schemas.microsoft.com/office/drawing/2014/main" id="{21D0C072-5DFF-FB02-1A2E-82B6CE2DE141}"/>
              </a:ext>
            </a:extLst>
          </p:cNvPr>
          <p:cNvSpPr>
            <a:spLocks noGrp="1"/>
          </p:cNvSpPr>
          <p:nvPr/>
        </p:nvSpPr>
        <p:spPr>
          <a:xfrm>
            <a:off x="2249424" y="1051560"/>
            <a:ext cx="196596" cy="45720"/>
          </a:xfrm>
          <a:prstGeom prst="rect">
            <a:avLst/>
          </a:prstGeom>
          <a:solidFill>
            <a:srgbClr val="455A7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5" name="Segmented Rule 12">
            <a:extLst>
              <a:ext uri="{FF2B5EF4-FFF2-40B4-BE49-F238E27FC236}">
                <a16:creationId xmlns:a16="http://schemas.microsoft.com/office/drawing/2014/main" id="{3794CF74-87CF-4173-72E5-9D991ABED94B}"/>
              </a:ext>
            </a:extLst>
          </p:cNvPr>
          <p:cNvSpPr>
            <a:spLocks noGrp="1"/>
          </p:cNvSpPr>
          <p:nvPr/>
        </p:nvSpPr>
        <p:spPr>
          <a:xfrm>
            <a:off x="2442362" y="1051560"/>
            <a:ext cx="196596" cy="45720"/>
          </a:xfrm>
          <a:prstGeom prst="rect">
            <a:avLst/>
          </a:prstGeom>
          <a:solidFill>
            <a:srgbClr val="495D8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7" name="Segmented Rule 13">
            <a:extLst>
              <a:ext uri="{FF2B5EF4-FFF2-40B4-BE49-F238E27FC236}">
                <a16:creationId xmlns:a16="http://schemas.microsoft.com/office/drawing/2014/main" id="{84BB9CAA-4C56-656C-ED50-E9BCDF8BFB6D}"/>
              </a:ext>
            </a:extLst>
          </p:cNvPr>
          <p:cNvSpPr>
            <a:spLocks noGrp="1"/>
          </p:cNvSpPr>
          <p:nvPr/>
        </p:nvSpPr>
        <p:spPr>
          <a:xfrm>
            <a:off x="2635301" y="1051560"/>
            <a:ext cx="196596" cy="45720"/>
          </a:xfrm>
          <a:prstGeom prst="rect">
            <a:avLst/>
          </a:prstGeom>
          <a:solidFill>
            <a:srgbClr val="4D608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9" name="Segmented Rule 14">
            <a:extLst>
              <a:ext uri="{FF2B5EF4-FFF2-40B4-BE49-F238E27FC236}">
                <a16:creationId xmlns:a16="http://schemas.microsoft.com/office/drawing/2014/main" id="{E5315415-35CD-7A07-8707-488FCF7CD6BD}"/>
              </a:ext>
            </a:extLst>
          </p:cNvPr>
          <p:cNvSpPr>
            <a:spLocks noGrp="1"/>
          </p:cNvSpPr>
          <p:nvPr/>
        </p:nvSpPr>
        <p:spPr>
          <a:xfrm>
            <a:off x="2828239" y="1051560"/>
            <a:ext cx="196596" cy="45720"/>
          </a:xfrm>
          <a:prstGeom prst="rect">
            <a:avLst/>
          </a:prstGeom>
          <a:solidFill>
            <a:srgbClr val="50648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1" name="Segmented Rule 15">
            <a:extLst>
              <a:ext uri="{FF2B5EF4-FFF2-40B4-BE49-F238E27FC236}">
                <a16:creationId xmlns:a16="http://schemas.microsoft.com/office/drawing/2014/main" id="{49757F01-A671-0029-CCD7-0625E2DB48C5}"/>
              </a:ext>
            </a:extLst>
          </p:cNvPr>
          <p:cNvSpPr>
            <a:spLocks noGrp="1"/>
          </p:cNvSpPr>
          <p:nvPr/>
        </p:nvSpPr>
        <p:spPr>
          <a:xfrm>
            <a:off x="3021178" y="1051560"/>
            <a:ext cx="196596" cy="45720"/>
          </a:xfrm>
          <a:prstGeom prst="rect">
            <a:avLst/>
          </a:prstGeom>
          <a:solidFill>
            <a:srgbClr val="54678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3" name="Segmented Rule 16">
            <a:extLst>
              <a:ext uri="{FF2B5EF4-FFF2-40B4-BE49-F238E27FC236}">
                <a16:creationId xmlns:a16="http://schemas.microsoft.com/office/drawing/2014/main" id="{B62536A1-08A2-2BC5-C17E-B56AABF49617}"/>
              </a:ext>
            </a:extLst>
          </p:cNvPr>
          <p:cNvSpPr>
            <a:spLocks noGrp="1"/>
          </p:cNvSpPr>
          <p:nvPr/>
        </p:nvSpPr>
        <p:spPr>
          <a:xfrm>
            <a:off x="3214116" y="1051560"/>
            <a:ext cx="196596" cy="45720"/>
          </a:xfrm>
          <a:prstGeom prst="rect">
            <a:avLst/>
          </a:prstGeom>
          <a:solidFill>
            <a:srgbClr val="586B8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5" name="Segmented Rule 17">
            <a:extLst>
              <a:ext uri="{FF2B5EF4-FFF2-40B4-BE49-F238E27FC236}">
                <a16:creationId xmlns:a16="http://schemas.microsoft.com/office/drawing/2014/main" id="{00619A17-0444-F362-C141-97131EA7BCA5}"/>
              </a:ext>
            </a:extLst>
          </p:cNvPr>
          <p:cNvSpPr>
            <a:spLocks noGrp="1"/>
          </p:cNvSpPr>
          <p:nvPr/>
        </p:nvSpPr>
        <p:spPr>
          <a:xfrm>
            <a:off x="3407054" y="1051560"/>
            <a:ext cx="196596" cy="45720"/>
          </a:xfrm>
          <a:prstGeom prst="rect">
            <a:avLst/>
          </a:prstGeom>
          <a:solidFill>
            <a:srgbClr val="5C6E8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7" name="Segmented Rule 18">
            <a:extLst>
              <a:ext uri="{FF2B5EF4-FFF2-40B4-BE49-F238E27FC236}">
                <a16:creationId xmlns:a16="http://schemas.microsoft.com/office/drawing/2014/main" id="{71CC2854-5992-917C-D0FB-D3614401BA55}"/>
              </a:ext>
            </a:extLst>
          </p:cNvPr>
          <p:cNvSpPr>
            <a:spLocks noGrp="1"/>
          </p:cNvSpPr>
          <p:nvPr/>
        </p:nvSpPr>
        <p:spPr>
          <a:xfrm>
            <a:off x="3599993" y="1051560"/>
            <a:ext cx="196596" cy="45720"/>
          </a:xfrm>
          <a:prstGeom prst="rect">
            <a:avLst/>
          </a:prstGeom>
          <a:solidFill>
            <a:srgbClr val="60719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9" name="Segmented Rule 19">
            <a:extLst>
              <a:ext uri="{FF2B5EF4-FFF2-40B4-BE49-F238E27FC236}">
                <a16:creationId xmlns:a16="http://schemas.microsoft.com/office/drawing/2014/main" id="{71149240-DB57-EA0D-CF28-B0E2B29BB0E7}"/>
              </a:ext>
            </a:extLst>
          </p:cNvPr>
          <p:cNvSpPr>
            <a:spLocks noGrp="1"/>
          </p:cNvSpPr>
          <p:nvPr/>
        </p:nvSpPr>
        <p:spPr>
          <a:xfrm>
            <a:off x="3792931" y="1051560"/>
            <a:ext cx="196596" cy="45720"/>
          </a:xfrm>
          <a:prstGeom prst="rect">
            <a:avLst/>
          </a:prstGeom>
          <a:solidFill>
            <a:srgbClr val="63759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1" name="Segmented Rule 20">
            <a:extLst>
              <a:ext uri="{FF2B5EF4-FFF2-40B4-BE49-F238E27FC236}">
                <a16:creationId xmlns:a16="http://schemas.microsoft.com/office/drawing/2014/main" id="{DDFA5E5B-B7C3-4F8A-0D2C-56AE1514848C}"/>
              </a:ext>
            </a:extLst>
          </p:cNvPr>
          <p:cNvSpPr>
            <a:spLocks noGrp="1"/>
          </p:cNvSpPr>
          <p:nvPr/>
        </p:nvSpPr>
        <p:spPr>
          <a:xfrm>
            <a:off x="3985870" y="1051560"/>
            <a:ext cx="196596" cy="45720"/>
          </a:xfrm>
          <a:prstGeom prst="rect">
            <a:avLst/>
          </a:prstGeom>
          <a:solidFill>
            <a:srgbClr val="67789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3" name="Segmented Rule 21">
            <a:extLst>
              <a:ext uri="{FF2B5EF4-FFF2-40B4-BE49-F238E27FC236}">
                <a16:creationId xmlns:a16="http://schemas.microsoft.com/office/drawing/2014/main" id="{60B8030F-10AE-B15C-78DB-E270BA0688E8}"/>
              </a:ext>
            </a:extLst>
          </p:cNvPr>
          <p:cNvSpPr>
            <a:spLocks noGrp="1"/>
          </p:cNvSpPr>
          <p:nvPr/>
        </p:nvSpPr>
        <p:spPr>
          <a:xfrm>
            <a:off x="4178808" y="1051560"/>
            <a:ext cx="196596" cy="45720"/>
          </a:xfrm>
          <a:prstGeom prst="rect">
            <a:avLst/>
          </a:prstGeom>
          <a:solidFill>
            <a:srgbClr val="6B7B9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5" name="Segmented Rule 22">
            <a:extLst>
              <a:ext uri="{FF2B5EF4-FFF2-40B4-BE49-F238E27FC236}">
                <a16:creationId xmlns:a16="http://schemas.microsoft.com/office/drawing/2014/main" id="{97DBABE1-625D-2EDD-75EE-EC648859A9B8}"/>
              </a:ext>
            </a:extLst>
          </p:cNvPr>
          <p:cNvSpPr>
            <a:spLocks noGrp="1"/>
          </p:cNvSpPr>
          <p:nvPr/>
        </p:nvSpPr>
        <p:spPr>
          <a:xfrm>
            <a:off x="4371746" y="1051560"/>
            <a:ext cx="196596" cy="45720"/>
          </a:xfrm>
          <a:prstGeom prst="rect">
            <a:avLst/>
          </a:prstGeom>
          <a:solidFill>
            <a:srgbClr val="6F7F9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7" name="Segmented Rule 23">
            <a:extLst>
              <a:ext uri="{FF2B5EF4-FFF2-40B4-BE49-F238E27FC236}">
                <a16:creationId xmlns:a16="http://schemas.microsoft.com/office/drawing/2014/main" id="{0A97D3F7-9D33-77A5-405D-4C852E8CD38A}"/>
              </a:ext>
            </a:extLst>
          </p:cNvPr>
          <p:cNvSpPr>
            <a:spLocks noGrp="1"/>
          </p:cNvSpPr>
          <p:nvPr/>
        </p:nvSpPr>
        <p:spPr>
          <a:xfrm>
            <a:off x="4564685" y="1051560"/>
            <a:ext cx="196596" cy="45720"/>
          </a:xfrm>
          <a:prstGeom prst="rect">
            <a:avLst/>
          </a:prstGeom>
          <a:solidFill>
            <a:srgbClr val="73829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9" name="Segmented Rule 24">
            <a:extLst>
              <a:ext uri="{FF2B5EF4-FFF2-40B4-BE49-F238E27FC236}">
                <a16:creationId xmlns:a16="http://schemas.microsoft.com/office/drawing/2014/main" id="{037469D8-8F93-600C-3D59-2551C932D558}"/>
              </a:ext>
            </a:extLst>
          </p:cNvPr>
          <p:cNvSpPr>
            <a:spLocks noGrp="1"/>
          </p:cNvSpPr>
          <p:nvPr/>
        </p:nvSpPr>
        <p:spPr>
          <a:xfrm>
            <a:off x="4757623" y="1051560"/>
            <a:ext cx="196596" cy="45720"/>
          </a:xfrm>
          <a:prstGeom prst="rect">
            <a:avLst/>
          </a:prstGeom>
          <a:solidFill>
            <a:srgbClr val="7686A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1" name="Segmented Rule 25">
            <a:extLst>
              <a:ext uri="{FF2B5EF4-FFF2-40B4-BE49-F238E27FC236}">
                <a16:creationId xmlns:a16="http://schemas.microsoft.com/office/drawing/2014/main" id="{93BE21AC-4281-0828-691D-DE6ABB41A7C5}"/>
              </a:ext>
            </a:extLst>
          </p:cNvPr>
          <p:cNvSpPr>
            <a:spLocks noGrp="1"/>
          </p:cNvSpPr>
          <p:nvPr/>
        </p:nvSpPr>
        <p:spPr>
          <a:xfrm>
            <a:off x="4950562" y="1051560"/>
            <a:ext cx="196596" cy="45720"/>
          </a:xfrm>
          <a:prstGeom prst="rect">
            <a:avLst/>
          </a:prstGeom>
          <a:solidFill>
            <a:srgbClr val="7A89A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3" name="Segmented Rule 26">
            <a:extLst>
              <a:ext uri="{FF2B5EF4-FFF2-40B4-BE49-F238E27FC236}">
                <a16:creationId xmlns:a16="http://schemas.microsoft.com/office/drawing/2014/main" id="{8D24C355-9ECD-3348-F947-7E5302915FE0}"/>
              </a:ext>
            </a:extLst>
          </p:cNvPr>
          <p:cNvSpPr>
            <a:spLocks noGrp="1"/>
          </p:cNvSpPr>
          <p:nvPr/>
        </p:nvSpPr>
        <p:spPr>
          <a:xfrm>
            <a:off x="5143500" y="1051560"/>
            <a:ext cx="196596" cy="45720"/>
          </a:xfrm>
          <a:prstGeom prst="rect">
            <a:avLst/>
          </a:prstGeom>
          <a:solidFill>
            <a:srgbClr val="7E8CA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5" name="Segmented Rule 27">
            <a:extLst>
              <a:ext uri="{FF2B5EF4-FFF2-40B4-BE49-F238E27FC236}">
                <a16:creationId xmlns:a16="http://schemas.microsoft.com/office/drawing/2014/main" id="{3F837610-E27D-FEA2-F478-A0BC1E5719D9}"/>
              </a:ext>
            </a:extLst>
          </p:cNvPr>
          <p:cNvSpPr>
            <a:spLocks noGrp="1"/>
          </p:cNvSpPr>
          <p:nvPr/>
        </p:nvSpPr>
        <p:spPr>
          <a:xfrm>
            <a:off x="5336438" y="1051560"/>
            <a:ext cx="196596" cy="45720"/>
          </a:xfrm>
          <a:prstGeom prst="rect">
            <a:avLst/>
          </a:prstGeom>
          <a:solidFill>
            <a:srgbClr val="8290A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7" name="Segmented Rule 28">
            <a:extLst>
              <a:ext uri="{FF2B5EF4-FFF2-40B4-BE49-F238E27FC236}">
                <a16:creationId xmlns:a16="http://schemas.microsoft.com/office/drawing/2014/main" id="{FEFEDB4A-A6D0-8759-55D6-E71D4D1F0C82}"/>
              </a:ext>
            </a:extLst>
          </p:cNvPr>
          <p:cNvSpPr>
            <a:spLocks noGrp="1"/>
          </p:cNvSpPr>
          <p:nvPr/>
        </p:nvSpPr>
        <p:spPr>
          <a:xfrm>
            <a:off x="5529377" y="1051560"/>
            <a:ext cx="196596" cy="45720"/>
          </a:xfrm>
          <a:prstGeom prst="rect">
            <a:avLst/>
          </a:prstGeom>
          <a:solidFill>
            <a:srgbClr val="8693A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9" name="Segmented Rule 29">
            <a:extLst>
              <a:ext uri="{FF2B5EF4-FFF2-40B4-BE49-F238E27FC236}">
                <a16:creationId xmlns:a16="http://schemas.microsoft.com/office/drawing/2014/main" id="{52CF30D7-AF67-5763-8120-F673B6884B7E}"/>
              </a:ext>
            </a:extLst>
          </p:cNvPr>
          <p:cNvSpPr>
            <a:spLocks noGrp="1"/>
          </p:cNvSpPr>
          <p:nvPr/>
        </p:nvSpPr>
        <p:spPr>
          <a:xfrm>
            <a:off x="5722315" y="1051560"/>
            <a:ext cx="196596" cy="45720"/>
          </a:xfrm>
          <a:prstGeom prst="rect">
            <a:avLst/>
          </a:prstGeom>
          <a:solidFill>
            <a:srgbClr val="8996A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1" name="Segmented Rule 30">
            <a:extLst>
              <a:ext uri="{FF2B5EF4-FFF2-40B4-BE49-F238E27FC236}">
                <a16:creationId xmlns:a16="http://schemas.microsoft.com/office/drawing/2014/main" id="{537BFED6-6CFD-AA58-7280-E2363597DBB4}"/>
              </a:ext>
            </a:extLst>
          </p:cNvPr>
          <p:cNvSpPr>
            <a:spLocks noGrp="1"/>
          </p:cNvSpPr>
          <p:nvPr/>
        </p:nvSpPr>
        <p:spPr>
          <a:xfrm>
            <a:off x="5915254" y="1051560"/>
            <a:ext cx="196596" cy="45720"/>
          </a:xfrm>
          <a:prstGeom prst="rect">
            <a:avLst/>
          </a:prstGeom>
          <a:solidFill>
            <a:srgbClr val="8D9AB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3" name="Segmented Rule 31">
            <a:extLst>
              <a:ext uri="{FF2B5EF4-FFF2-40B4-BE49-F238E27FC236}">
                <a16:creationId xmlns:a16="http://schemas.microsoft.com/office/drawing/2014/main" id="{4511029F-3E3C-75C5-54C8-18225C7DE7BD}"/>
              </a:ext>
            </a:extLst>
          </p:cNvPr>
          <p:cNvSpPr>
            <a:spLocks noGrp="1"/>
          </p:cNvSpPr>
          <p:nvPr/>
        </p:nvSpPr>
        <p:spPr>
          <a:xfrm>
            <a:off x="6108192" y="1051560"/>
            <a:ext cx="196596" cy="45720"/>
          </a:xfrm>
          <a:prstGeom prst="rect">
            <a:avLst/>
          </a:prstGeom>
          <a:solidFill>
            <a:srgbClr val="919DB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5" name="Segmented Rule 32">
            <a:extLst>
              <a:ext uri="{FF2B5EF4-FFF2-40B4-BE49-F238E27FC236}">
                <a16:creationId xmlns:a16="http://schemas.microsoft.com/office/drawing/2014/main" id="{C9509DA3-49F1-5769-FE1B-726A20717AC0}"/>
              </a:ext>
            </a:extLst>
          </p:cNvPr>
          <p:cNvSpPr>
            <a:spLocks noGrp="1"/>
          </p:cNvSpPr>
          <p:nvPr/>
        </p:nvSpPr>
        <p:spPr>
          <a:xfrm>
            <a:off x="6301130" y="1051560"/>
            <a:ext cx="196596" cy="45720"/>
          </a:xfrm>
          <a:prstGeom prst="rect">
            <a:avLst/>
          </a:prstGeom>
          <a:solidFill>
            <a:srgbClr val="95A1B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7" name="Segmented Rule 33">
            <a:extLst>
              <a:ext uri="{FF2B5EF4-FFF2-40B4-BE49-F238E27FC236}">
                <a16:creationId xmlns:a16="http://schemas.microsoft.com/office/drawing/2014/main" id="{89E78BCF-EA36-D4FD-99C9-11D6EA0D1948}"/>
              </a:ext>
            </a:extLst>
          </p:cNvPr>
          <p:cNvSpPr>
            <a:spLocks noGrp="1"/>
          </p:cNvSpPr>
          <p:nvPr/>
        </p:nvSpPr>
        <p:spPr>
          <a:xfrm>
            <a:off x="6494069" y="1051560"/>
            <a:ext cx="196596" cy="45720"/>
          </a:xfrm>
          <a:prstGeom prst="rect">
            <a:avLst/>
          </a:prstGeom>
          <a:solidFill>
            <a:srgbClr val="98A4B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9" name="Segmented Rule 34">
            <a:extLst>
              <a:ext uri="{FF2B5EF4-FFF2-40B4-BE49-F238E27FC236}">
                <a16:creationId xmlns:a16="http://schemas.microsoft.com/office/drawing/2014/main" id="{67842353-8E49-3B7B-B691-283D8A2C8F76}"/>
              </a:ext>
            </a:extLst>
          </p:cNvPr>
          <p:cNvSpPr>
            <a:spLocks noGrp="1"/>
          </p:cNvSpPr>
          <p:nvPr/>
        </p:nvSpPr>
        <p:spPr>
          <a:xfrm>
            <a:off x="6687007" y="1051560"/>
            <a:ext cx="196596" cy="45720"/>
          </a:xfrm>
          <a:prstGeom prst="rect">
            <a:avLst/>
          </a:prstGeom>
          <a:solidFill>
            <a:srgbClr val="9CA7B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1" name="Segmented Rule 35">
            <a:extLst>
              <a:ext uri="{FF2B5EF4-FFF2-40B4-BE49-F238E27FC236}">
                <a16:creationId xmlns:a16="http://schemas.microsoft.com/office/drawing/2014/main" id="{4EF8BB6A-1BB0-ECCE-DEAD-2B5232EBFEBB}"/>
              </a:ext>
            </a:extLst>
          </p:cNvPr>
          <p:cNvSpPr>
            <a:spLocks noGrp="1"/>
          </p:cNvSpPr>
          <p:nvPr/>
        </p:nvSpPr>
        <p:spPr>
          <a:xfrm>
            <a:off x="6879946" y="1051560"/>
            <a:ext cx="196596" cy="45720"/>
          </a:xfrm>
          <a:prstGeom prst="rect">
            <a:avLst/>
          </a:prstGeom>
          <a:solidFill>
            <a:srgbClr val="A0ABB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3" name="Segmented Rule 36">
            <a:extLst>
              <a:ext uri="{FF2B5EF4-FFF2-40B4-BE49-F238E27FC236}">
                <a16:creationId xmlns:a16="http://schemas.microsoft.com/office/drawing/2014/main" id="{66C1EE69-6D2C-7526-A113-17A0084B8DC1}"/>
              </a:ext>
            </a:extLst>
          </p:cNvPr>
          <p:cNvSpPr>
            <a:spLocks noGrp="1"/>
          </p:cNvSpPr>
          <p:nvPr/>
        </p:nvSpPr>
        <p:spPr>
          <a:xfrm>
            <a:off x="7072884" y="1051560"/>
            <a:ext cx="196596" cy="45720"/>
          </a:xfrm>
          <a:prstGeom prst="rect">
            <a:avLst/>
          </a:prstGeom>
          <a:solidFill>
            <a:srgbClr val="A4AEC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5" name="Segmented Rule 37">
            <a:extLst>
              <a:ext uri="{FF2B5EF4-FFF2-40B4-BE49-F238E27FC236}">
                <a16:creationId xmlns:a16="http://schemas.microsoft.com/office/drawing/2014/main" id="{BCB49D44-430D-4DD0-0866-A6300D278BD0}"/>
              </a:ext>
            </a:extLst>
          </p:cNvPr>
          <p:cNvSpPr>
            <a:spLocks noGrp="1"/>
          </p:cNvSpPr>
          <p:nvPr/>
        </p:nvSpPr>
        <p:spPr>
          <a:xfrm>
            <a:off x="7265822" y="1051560"/>
            <a:ext cx="196596" cy="45720"/>
          </a:xfrm>
          <a:prstGeom prst="rect">
            <a:avLst/>
          </a:prstGeom>
          <a:solidFill>
            <a:srgbClr val="A8B1C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7" name="Segmented Rule 38">
            <a:extLst>
              <a:ext uri="{FF2B5EF4-FFF2-40B4-BE49-F238E27FC236}">
                <a16:creationId xmlns:a16="http://schemas.microsoft.com/office/drawing/2014/main" id="{F6365AB5-4926-1A88-F6CB-5EE13B290CB4}"/>
              </a:ext>
            </a:extLst>
          </p:cNvPr>
          <p:cNvSpPr>
            <a:spLocks noGrp="1"/>
          </p:cNvSpPr>
          <p:nvPr/>
        </p:nvSpPr>
        <p:spPr>
          <a:xfrm>
            <a:off x="7458761" y="1051560"/>
            <a:ext cx="196596" cy="45720"/>
          </a:xfrm>
          <a:prstGeom prst="rect">
            <a:avLst/>
          </a:prstGeom>
          <a:solidFill>
            <a:srgbClr val="ABB5C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9" name="Segmented Rule 39">
            <a:extLst>
              <a:ext uri="{FF2B5EF4-FFF2-40B4-BE49-F238E27FC236}">
                <a16:creationId xmlns:a16="http://schemas.microsoft.com/office/drawing/2014/main" id="{2068D86C-7279-C014-DE31-B374235B77A8}"/>
              </a:ext>
            </a:extLst>
          </p:cNvPr>
          <p:cNvSpPr>
            <a:spLocks noGrp="1"/>
          </p:cNvSpPr>
          <p:nvPr/>
        </p:nvSpPr>
        <p:spPr>
          <a:xfrm>
            <a:off x="7651699" y="1051560"/>
            <a:ext cx="196596" cy="45720"/>
          </a:xfrm>
          <a:prstGeom prst="rect">
            <a:avLst/>
          </a:prstGeom>
          <a:solidFill>
            <a:srgbClr val="AFB8C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1" name="Segmented Rule 40">
            <a:extLst>
              <a:ext uri="{FF2B5EF4-FFF2-40B4-BE49-F238E27FC236}">
                <a16:creationId xmlns:a16="http://schemas.microsoft.com/office/drawing/2014/main" id="{54D1146F-DFDD-524F-65D9-BDA24648D50B}"/>
              </a:ext>
            </a:extLst>
          </p:cNvPr>
          <p:cNvSpPr>
            <a:spLocks noGrp="1"/>
          </p:cNvSpPr>
          <p:nvPr/>
        </p:nvSpPr>
        <p:spPr>
          <a:xfrm>
            <a:off x="7844638" y="1051560"/>
            <a:ext cx="196596" cy="45720"/>
          </a:xfrm>
          <a:prstGeom prst="rect">
            <a:avLst/>
          </a:prstGeom>
          <a:solidFill>
            <a:srgbClr val="B3BCC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3" name="Segmented Rule 41">
            <a:extLst>
              <a:ext uri="{FF2B5EF4-FFF2-40B4-BE49-F238E27FC236}">
                <a16:creationId xmlns:a16="http://schemas.microsoft.com/office/drawing/2014/main" id="{E6748ACA-2ED8-D175-147B-79FFD31C6DD5}"/>
              </a:ext>
            </a:extLst>
          </p:cNvPr>
          <p:cNvSpPr>
            <a:spLocks noGrp="1"/>
          </p:cNvSpPr>
          <p:nvPr/>
        </p:nvSpPr>
        <p:spPr>
          <a:xfrm>
            <a:off x="8037576" y="1051560"/>
            <a:ext cx="196596" cy="45720"/>
          </a:xfrm>
          <a:prstGeom prst="rect">
            <a:avLst/>
          </a:prstGeom>
          <a:solidFill>
            <a:srgbClr val="B7BFC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5" name="Segmented Rule 42">
            <a:extLst>
              <a:ext uri="{FF2B5EF4-FFF2-40B4-BE49-F238E27FC236}">
                <a16:creationId xmlns:a16="http://schemas.microsoft.com/office/drawing/2014/main" id="{37BBA1E1-52A6-B2AC-7482-45A6EA6A3F33}"/>
              </a:ext>
            </a:extLst>
          </p:cNvPr>
          <p:cNvSpPr>
            <a:spLocks noGrp="1"/>
          </p:cNvSpPr>
          <p:nvPr/>
        </p:nvSpPr>
        <p:spPr>
          <a:xfrm>
            <a:off x="8230514" y="1051560"/>
            <a:ext cx="196596" cy="45720"/>
          </a:xfrm>
          <a:prstGeom prst="rect">
            <a:avLst/>
          </a:prstGeom>
          <a:solidFill>
            <a:srgbClr val="BBC2D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7" name="Segmented Rule 43">
            <a:extLst>
              <a:ext uri="{FF2B5EF4-FFF2-40B4-BE49-F238E27FC236}">
                <a16:creationId xmlns:a16="http://schemas.microsoft.com/office/drawing/2014/main" id="{FC0F5001-A86B-0897-4305-2B3329FD2D73}"/>
              </a:ext>
            </a:extLst>
          </p:cNvPr>
          <p:cNvSpPr>
            <a:spLocks noGrp="1"/>
          </p:cNvSpPr>
          <p:nvPr/>
        </p:nvSpPr>
        <p:spPr>
          <a:xfrm>
            <a:off x="8423453" y="1051560"/>
            <a:ext cx="196596" cy="45720"/>
          </a:xfrm>
          <a:prstGeom prst="rect">
            <a:avLst/>
          </a:prstGeom>
          <a:solidFill>
            <a:srgbClr val="BEC6D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9" name="Segmented Rule 44">
            <a:extLst>
              <a:ext uri="{FF2B5EF4-FFF2-40B4-BE49-F238E27FC236}">
                <a16:creationId xmlns:a16="http://schemas.microsoft.com/office/drawing/2014/main" id="{40453050-FD26-ED52-49F6-B6355648FD4B}"/>
              </a:ext>
            </a:extLst>
          </p:cNvPr>
          <p:cNvSpPr>
            <a:spLocks noGrp="1"/>
          </p:cNvSpPr>
          <p:nvPr/>
        </p:nvSpPr>
        <p:spPr>
          <a:xfrm>
            <a:off x="8616391" y="1051560"/>
            <a:ext cx="196596" cy="45720"/>
          </a:xfrm>
          <a:prstGeom prst="rect">
            <a:avLst/>
          </a:prstGeom>
          <a:solidFill>
            <a:srgbClr val="C2C9D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1" name="Segmented Rule 45">
            <a:extLst>
              <a:ext uri="{FF2B5EF4-FFF2-40B4-BE49-F238E27FC236}">
                <a16:creationId xmlns:a16="http://schemas.microsoft.com/office/drawing/2014/main" id="{DB3CA0FC-08B3-C887-0013-22048AA62518}"/>
              </a:ext>
            </a:extLst>
          </p:cNvPr>
          <p:cNvSpPr>
            <a:spLocks noGrp="1"/>
          </p:cNvSpPr>
          <p:nvPr/>
        </p:nvSpPr>
        <p:spPr>
          <a:xfrm>
            <a:off x="8809330" y="1051560"/>
            <a:ext cx="196596" cy="45720"/>
          </a:xfrm>
          <a:prstGeom prst="rect">
            <a:avLst/>
          </a:prstGeom>
          <a:solidFill>
            <a:srgbClr val="C6CCD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3" name="Segmented Rule 46">
            <a:extLst>
              <a:ext uri="{FF2B5EF4-FFF2-40B4-BE49-F238E27FC236}">
                <a16:creationId xmlns:a16="http://schemas.microsoft.com/office/drawing/2014/main" id="{84BF1744-CB22-31DE-0B50-3EE1EC41994A}"/>
              </a:ext>
            </a:extLst>
          </p:cNvPr>
          <p:cNvSpPr>
            <a:spLocks noGrp="1"/>
          </p:cNvSpPr>
          <p:nvPr/>
        </p:nvSpPr>
        <p:spPr>
          <a:xfrm>
            <a:off x="9002268" y="1051560"/>
            <a:ext cx="196596" cy="45720"/>
          </a:xfrm>
          <a:prstGeom prst="rect">
            <a:avLst/>
          </a:prstGeom>
          <a:solidFill>
            <a:srgbClr val="CAD0D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5" name="Segmented Rule 47">
            <a:extLst>
              <a:ext uri="{FF2B5EF4-FFF2-40B4-BE49-F238E27FC236}">
                <a16:creationId xmlns:a16="http://schemas.microsoft.com/office/drawing/2014/main" id="{BBD58A82-F96E-6944-AED2-A6ECDF8BB118}"/>
              </a:ext>
            </a:extLst>
          </p:cNvPr>
          <p:cNvSpPr>
            <a:spLocks noGrp="1"/>
          </p:cNvSpPr>
          <p:nvPr/>
        </p:nvSpPr>
        <p:spPr>
          <a:xfrm>
            <a:off x="9195206" y="1051560"/>
            <a:ext cx="196596" cy="45720"/>
          </a:xfrm>
          <a:prstGeom prst="rect">
            <a:avLst/>
          </a:prstGeom>
          <a:solidFill>
            <a:srgbClr val="CED3D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7" name="Segmented Rule 48">
            <a:extLst>
              <a:ext uri="{FF2B5EF4-FFF2-40B4-BE49-F238E27FC236}">
                <a16:creationId xmlns:a16="http://schemas.microsoft.com/office/drawing/2014/main" id="{F2637131-153E-F236-59AF-2A40A372348E}"/>
              </a:ext>
            </a:extLst>
          </p:cNvPr>
          <p:cNvSpPr>
            <a:spLocks noGrp="1"/>
          </p:cNvSpPr>
          <p:nvPr/>
        </p:nvSpPr>
        <p:spPr>
          <a:xfrm>
            <a:off x="9388145" y="1051560"/>
            <a:ext cx="196596" cy="45720"/>
          </a:xfrm>
          <a:prstGeom prst="rect">
            <a:avLst/>
          </a:prstGeom>
          <a:solidFill>
            <a:srgbClr val="D1D7D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9" name="Segmented Rule 49">
            <a:extLst>
              <a:ext uri="{FF2B5EF4-FFF2-40B4-BE49-F238E27FC236}">
                <a16:creationId xmlns:a16="http://schemas.microsoft.com/office/drawing/2014/main" id="{2E58E8B4-9AEC-C425-0C4F-8EC479405ED7}"/>
              </a:ext>
            </a:extLst>
          </p:cNvPr>
          <p:cNvSpPr>
            <a:spLocks noGrp="1"/>
          </p:cNvSpPr>
          <p:nvPr/>
        </p:nvSpPr>
        <p:spPr>
          <a:xfrm>
            <a:off x="9581083" y="1051560"/>
            <a:ext cx="196596" cy="45720"/>
          </a:xfrm>
          <a:prstGeom prst="rect">
            <a:avLst/>
          </a:prstGeom>
          <a:solidFill>
            <a:srgbClr val="D5DAE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1" name="Segmented Rule 50">
            <a:extLst>
              <a:ext uri="{FF2B5EF4-FFF2-40B4-BE49-F238E27FC236}">
                <a16:creationId xmlns:a16="http://schemas.microsoft.com/office/drawing/2014/main" id="{42B1DECE-A3F2-EE2F-5EE9-9E7D809552A0}"/>
              </a:ext>
            </a:extLst>
          </p:cNvPr>
          <p:cNvSpPr>
            <a:spLocks noGrp="1"/>
          </p:cNvSpPr>
          <p:nvPr/>
        </p:nvSpPr>
        <p:spPr>
          <a:xfrm>
            <a:off x="9774022" y="1051560"/>
            <a:ext cx="196596" cy="45720"/>
          </a:xfrm>
          <a:prstGeom prst="rect">
            <a:avLst/>
          </a:prstGeom>
          <a:solidFill>
            <a:srgbClr val="D9DDE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3" name="Segmented Rule 51">
            <a:extLst>
              <a:ext uri="{FF2B5EF4-FFF2-40B4-BE49-F238E27FC236}">
                <a16:creationId xmlns:a16="http://schemas.microsoft.com/office/drawing/2014/main" id="{D8DD0908-B835-6A05-4C47-893B372CC3AE}"/>
              </a:ext>
            </a:extLst>
          </p:cNvPr>
          <p:cNvSpPr>
            <a:spLocks noGrp="1"/>
          </p:cNvSpPr>
          <p:nvPr/>
        </p:nvSpPr>
        <p:spPr>
          <a:xfrm>
            <a:off x="9966960" y="1051560"/>
            <a:ext cx="196596" cy="45720"/>
          </a:xfrm>
          <a:prstGeom prst="rect">
            <a:avLst/>
          </a:prstGeom>
          <a:solidFill>
            <a:srgbClr val="DDE1E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5" name="Segmented Rule 52">
            <a:extLst>
              <a:ext uri="{FF2B5EF4-FFF2-40B4-BE49-F238E27FC236}">
                <a16:creationId xmlns:a16="http://schemas.microsoft.com/office/drawing/2014/main" id="{A3305C87-0D43-3F9B-B065-D661CC28008E}"/>
              </a:ext>
            </a:extLst>
          </p:cNvPr>
          <p:cNvSpPr>
            <a:spLocks noGrp="1"/>
          </p:cNvSpPr>
          <p:nvPr/>
        </p:nvSpPr>
        <p:spPr>
          <a:xfrm>
            <a:off x="10159898" y="1051560"/>
            <a:ext cx="196596" cy="45720"/>
          </a:xfrm>
          <a:prstGeom prst="rect">
            <a:avLst/>
          </a:prstGeom>
          <a:solidFill>
            <a:srgbClr val="E1E4E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7" name="Segmented Rule 53">
            <a:extLst>
              <a:ext uri="{FF2B5EF4-FFF2-40B4-BE49-F238E27FC236}">
                <a16:creationId xmlns:a16="http://schemas.microsoft.com/office/drawing/2014/main" id="{AC044DE5-77F3-422B-AC2C-CD0E8744A1F4}"/>
              </a:ext>
            </a:extLst>
          </p:cNvPr>
          <p:cNvSpPr>
            <a:spLocks noGrp="1"/>
          </p:cNvSpPr>
          <p:nvPr/>
        </p:nvSpPr>
        <p:spPr>
          <a:xfrm>
            <a:off x="10352837" y="1051560"/>
            <a:ext cx="196596" cy="45720"/>
          </a:xfrm>
          <a:prstGeom prst="rect">
            <a:avLst/>
          </a:prstGeom>
          <a:solidFill>
            <a:srgbClr val="E4E7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9" name="Segmented Rule 54">
            <a:extLst>
              <a:ext uri="{FF2B5EF4-FFF2-40B4-BE49-F238E27FC236}">
                <a16:creationId xmlns:a16="http://schemas.microsoft.com/office/drawing/2014/main" id="{BAFBFAA1-5200-CC17-9558-205E225F3C05}"/>
              </a:ext>
            </a:extLst>
          </p:cNvPr>
          <p:cNvSpPr>
            <a:spLocks noGrp="1"/>
          </p:cNvSpPr>
          <p:nvPr/>
        </p:nvSpPr>
        <p:spPr>
          <a:xfrm>
            <a:off x="10545775" y="1051560"/>
            <a:ext cx="196596" cy="45720"/>
          </a:xfrm>
          <a:prstGeom prst="rect">
            <a:avLst/>
          </a:prstGeom>
          <a:solidFill>
            <a:srgbClr val="E8EBE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1" name="Segmented Rule 55">
            <a:extLst>
              <a:ext uri="{FF2B5EF4-FFF2-40B4-BE49-F238E27FC236}">
                <a16:creationId xmlns:a16="http://schemas.microsoft.com/office/drawing/2014/main" id="{FF7E7D2E-32CD-D515-E654-FC67B4274CE2}"/>
              </a:ext>
            </a:extLst>
          </p:cNvPr>
          <p:cNvSpPr>
            <a:spLocks noGrp="1"/>
          </p:cNvSpPr>
          <p:nvPr/>
        </p:nvSpPr>
        <p:spPr>
          <a:xfrm>
            <a:off x="10738714" y="1051560"/>
            <a:ext cx="196596" cy="45720"/>
          </a:xfrm>
          <a:prstGeom prst="rect">
            <a:avLst/>
          </a:prstGeom>
          <a:solidFill>
            <a:srgbClr val="ECEEF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3" name="Segmented Rule 56">
            <a:extLst>
              <a:ext uri="{FF2B5EF4-FFF2-40B4-BE49-F238E27FC236}">
                <a16:creationId xmlns:a16="http://schemas.microsoft.com/office/drawing/2014/main" id="{0FDA3CFE-7B94-5E1B-7417-B2593D65D3F4}"/>
              </a:ext>
            </a:extLst>
          </p:cNvPr>
          <p:cNvSpPr>
            <a:spLocks noGrp="1"/>
          </p:cNvSpPr>
          <p:nvPr/>
        </p:nvSpPr>
        <p:spPr>
          <a:xfrm>
            <a:off x="10931652" y="1051560"/>
            <a:ext cx="196596" cy="45720"/>
          </a:xfrm>
          <a:prstGeom prst="rect">
            <a:avLst/>
          </a:prstGeom>
          <a:solidFill>
            <a:srgbClr val="F0F2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5" name="Segmented Rule 57">
            <a:extLst>
              <a:ext uri="{FF2B5EF4-FFF2-40B4-BE49-F238E27FC236}">
                <a16:creationId xmlns:a16="http://schemas.microsoft.com/office/drawing/2014/main" id="{E346A53B-8336-7A39-D574-AEDFA79F8DEA}"/>
              </a:ext>
            </a:extLst>
          </p:cNvPr>
          <p:cNvSpPr>
            <a:spLocks noGrp="1"/>
          </p:cNvSpPr>
          <p:nvPr/>
        </p:nvSpPr>
        <p:spPr>
          <a:xfrm>
            <a:off x="11124590" y="1051560"/>
            <a:ext cx="196596" cy="45720"/>
          </a:xfrm>
          <a:prstGeom prst="rect">
            <a:avLst/>
          </a:prstGeom>
          <a:solidFill>
            <a:srgbClr val="F4F5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7" name="Segmented Rule 58">
            <a:extLst>
              <a:ext uri="{FF2B5EF4-FFF2-40B4-BE49-F238E27FC236}">
                <a16:creationId xmlns:a16="http://schemas.microsoft.com/office/drawing/2014/main" id="{8A7E99B0-31DA-E7A9-70C2-96E28CB384D2}"/>
              </a:ext>
            </a:extLst>
          </p:cNvPr>
          <p:cNvSpPr>
            <a:spLocks noGrp="1"/>
          </p:cNvSpPr>
          <p:nvPr/>
        </p:nvSpPr>
        <p:spPr>
          <a:xfrm>
            <a:off x="11317529" y="1051560"/>
            <a:ext cx="196596" cy="45720"/>
          </a:xfrm>
          <a:prstGeom prst="rect">
            <a:avLst/>
          </a:prstGeom>
          <a:solidFill>
            <a:srgbClr val="F7F8F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9" name="Segmented Rule 59">
            <a:extLst>
              <a:ext uri="{FF2B5EF4-FFF2-40B4-BE49-F238E27FC236}">
                <a16:creationId xmlns:a16="http://schemas.microsoft.com/office/drawing/2014/main" id="{4603C619-96F0-99CB-3A7C-CF3CF8860B28}"/>
              </a:ext>
            </a:extLst>
          </p:cNvPr>
          <p:cNvSpPr>
            <a:spLocks noGrp="1"/>
          </p:cNvSpPr>
          <p:nvPr/>
        </p:nvSpPr>
        <p:spPr>
          <a:xfrm>
            <a:off x="11510467" y="1051560"/>
            <a:ext cx="196596" cy="45720"/>
          </a:xfrm>
          <a:prstGeom prst="rect">
            <a:avLst/>
          </a:prstGeom>
          <a:solidFill>
            <a:srgbClr val="FBFCF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1" name="Segmented Rule 60">
            <a:extLst>
              <a:ext uri="{FF2B5EF4-FFF2-40B4-BE49-F238E27FC236}">
                <a16:creationId xmlns:a16="http://schemas.microsoft.com/office/drawing/2014/main" id="{EEE22B58-2DE3-F110-A0A7-ABA0C4DB850B}"/>
              </a:ext>
            </a:extLst>
          </p:cNvPr>
          <p:cNvSpPr>
            <a:spLocks noGrp="1"/>
          </p:cNvSpPr>
          <p:nvPr/>
        </p:nvSpPr>
        <p:spPr>
          <a:xfrm>
            <a:off x="11703406" y="1051560"/>
            <a:ext cx="196596" cy="45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27" name="图片 526">
            <a:extLst>
              <a:ext uri="{FF2B5EF4-FFF2-40B4-BE49-F238E27FC236}">
                <a16:creationId xmlns:a16="http://schemas.microsoft.com/office/drawing/2014/main" id="{EFBBEAAA-E6DA-8D97-5C84-F8FF64DB7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736" y="2692840"/>
            <a:ext cx="5789576" cy="1287559"/>
          </a:xfrm>
          <a:prstGeom prst="rect">
            <a:avLst/>
          </a:prstGeom>
        </p:spPr>
      </p:pic>
      <p:sp>
        <p:nvSpPr>
          <p:cNvPr id="530" name="文本框 529">
            <a:extLst>
              <a:ext uri="{FF2B5EF4-FFF2-40B4-BE49-F238E27FC236}">
                <a16:creationId xmlns:a16="http://schemas.microsoft.com/office/drawing/2014/main" id="{5BEFA354-A4D0-A1DA-9232-161BF3E08C4D}"/>
              </a:ext>
            </a:extLst>
          </p:cNvPr>
          <p:cNvSpPr txBox="1"/>
          <p:nvPr/>
        </p:nvSpPr>
        <p:spPr>
          <a:xfrm>
            <a:off x="8501790" y="4297254"/>
            <a:ext cx="399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图</a:t>
            </a:r>
            <a:r>
              <a:rPr lang="en-US" altLang="zh-CN" sz="1100" dirty="0"/>
              <a:t>1</a:t>
            </a:r>
            <a:endParaRPr lang="zh-CN" altLang="en-US" sz="1100" dirty="0"/>
          </a:p>
        </p:txBody>
      </p:sp>
      <p:sp>
        <p:nvSpPr>
          <p:cNvPr id="533" name="文本框 532">
            <a:extLst>
              <a:ext uri="{FF2B5EF4-FFF2-40B4-BE49-F238E27FC236}">
                <a16:creationId xmlns:a16="http://schemas.microsoft.com/office/drawing/2014/main" id="{0CA24EB1-A9E9-8439-A6C9-C547E2019345}"/>
              </a:ext>
            </a:extLst>
          </p:cNvPr>
          <p:cNvSpPr txBox="1"/>
          <p:nvPr/>
        </p:nvSpPr>
        <p:spPr>
          <a:xfrm>
            <a:off x="868680" y="1747104"/>
            <a:ext cx="3940108" cy="680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如果采用单个岛屿策略，一旦该岛进化方向错误，</a:t>
            </a:r>
            <a:endParaRPr lang="en-US" altLang="zh-CN" b="1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不仅浪费资源，还会使实验结果报废。同时单岛会</a:t>
            </a:r>
            <a:endParaRPr lang="en-US" altLang="zh-CN" b="1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 sz="12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陷入局部最优，在同样的资源下过早收敛</a:t>
            </a:r>
          </a:p>
        </p:txBody>
      </p:sp>
      <p:sp>
        <p:nvSpPr>
          <p:cNvPr id="535" name="文本框 534">
            <a:extLst>
              <a:ext uri="{FF2B5EF4-FFF2-40B4-BE49-F238E27FC236}">
                <a16:creationId xmlns:a16="http://schemas.microsoft.com/office/drawing/2014/main" id="{9F6A9E42-7FB2-C470-8BA3-28CFAA78B40F}"/>
              </a:ext>
            </a:extLst>
          </p:cNvPr>
          <p:cNvSpPr txBox="1"/>
          <p:nvPr/>
        </p:nvSpPr>
        <p:spPr>
          <a:xfrm>
            <a:off x="898855" y="3007085"/>
            <a:ext cx="3696005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使用多岛策略，采用随机抽取岛屿，保证期望一致的情况下，即使一个岛陷入错误的方向，也不影响别的岛的正常进化</a:t>
            </a:r>
          </a:p>
        </p:txBody>
      </p:sp>
      <p:sp>
        <p:nvSpPr>
          <p:cNvPr id="539" name="text">
            <a:extLst>
              <a:ext uri="{FF2B5EF4-FFF2-40B4-BE49-F238E27FC236}">
                <a16:creationId xmlns:a16="http://schemas.microsoft.com/office/drawing/2014/main" id="{C41E0F9E-C471-63DF-ADFB-34B66203F40B}"/>
              </a:ext>
            </a:extLst>
          </p:cNvPr>
          <p:cNvSpPr>
            <a:spLocks noGrp="1"/>
          </p:cNvSpPr>
          <p:nvPr/>
        </p:nvSpPr>
        <p:spPr>
          <a:xfrm>
            <a:off x="965584" y="4336619"/>
            <a:ext cx="3536029" cy="772202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1275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多岛</a:t>
            </a:r>
            <a:r>
              <a:rPr lang="zh-CN" altLang="en-US"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的重置虽然可能会扼杀可能进化方向正确却未显现出来的岛，但是大大避免了资源过多浪费在进化方向错误的岛</a:t>
            </a:r>
            <a:endParaRPr sz="1275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40" name="文本框 539">
            <a:extLst>
              <a:ext uri="{FF2B5EF4-FFF2-40B4-BE49-F238E27FC236}">
                <a16:creationId xmlns:a16="http://schemas.microsoft.com/office/drawing/2014/main" id="{DE027023-8CF0-9CCC-D3F3-91B26B97334C}"/>
              </a:ext>
            </a:extLst>
          </p:cNvPr>
          <p:cNvSpPr txBox="1"/>
          <p:nvPr/>
        </p:nvSpPr>
        <p:spPr>
          <a:xfrm>
            <a:off x="300823" y="118702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采取多个独立岛的策略</a:t>
            </a:r>
          </a:p>
        </p:txBody>
      </p:sp>
      <p:sp>
        <p:nvSpPr>
          <p:cNvPr id="550" name="callout-box">
            <a:extLst>
              <a:ext uri="{FF2B5EF4-FFF2-40B4-BE49-F238E27FC236}">
                <a16:creationId xmlns:a16="http://schemas.microsoft.com/office/drawing/2014/main" id="{DA0BAA03-0BA7-AD9A-CE89-296DA8FB41A5}"/>
              </a:ext>
            </a:extLst>
          </p:cNvPr>
          <p:cNvSpPr>
            <a:spLocks noGrp="1"/>
          </p:cNvSpPr>
          <p:nvPr/>
        </p:nvSpPr>
        <p:spPr>
          <a:xfrm>
            <a:off x="457352" y="5758839"/>
            <a:ext cx="11277295" cy="640080"/>
          </a:xfrm>
          <a:prstGeom prst="rect">
            <a:avLst/>
          </a:prstGeom>
          <a:solidFill>
            <a:srgbClr val="FFFFFF"/>
          </a:solidFill>
          <a:ln w="11906">
            <a:solidFill>
              <a:srgbClr val="2E5EAA"/>
            </a:solidFill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岛屿的本质：用并行实验保住多样性，避免过早收敛。</a:t>
            </a:r>
          </a:p>
        </p:txBody>
      </p:sp>
      <p:sp>
        <p:nvSpPr>
          <p:cNvPr id="551" name="文本框 550">
            <a:extLst>
              <a:ext uri="{FF2B5EF4-FFF2-40B4-BE49-F238E27FC236}">
                <a16:creationId xmlns:a16="http://schemas.microsoft.com/office/drawing/2014/main" id="{8A7481DD-F1E6-8642-3B62-167513C2F678}"/>
              </a:ext>
            </a:extLst>
          </p:cNvPr>
          <p:cNvSpPr txBox="1"/>
          <p:nvPr/>
        </p:nvSpPr>
        <p:spPr>
          <a:xfrm>
            <a:off x="6868037" y="1655858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岛屿的进化与重置</a:t>
            </a:r>
          </a:p>
        </p:txBody>
      </p:sp>
      <p:cxnSp>
        <p:nvCxnSpPr>
          <p:cNvPr id="553" name="直接连接符 552">
            <a:extLst>
              <a:ext uri="{FF2B5EF4-FFF2-40B4-BE49-F238E27FC236}">
                <a16:creationId xmlns:a16="http://schemas.microsoft.com/office/drawing/2014/main" id="{31025AD6-1ED8-64DC-DB87-4ADA201E2046}"/>
              </a:ext>
            </a:extLst>
          </p:cNvPr>
          <p:cNvCxnSpPr/>
          <p:nvPr/>
        </p:nvCxnSpPr>
        <p:spPr>
          <a:xfrm>
            <a:off x="6601097" y="2307771"/>
            <a:ext cx="4330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92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A42E667-2110-F7A8-F1F3-D438D625A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521" y="2529058"/>
            <a:ext cx="5850885" cy="1288800"/>
          </a:xfrm>
          <a:prstGeom prst="rect">
            <a:avLst/>
          </a:prstGeom>
        </p:spPr>
      </p:pic>
      <p:sp>
        <p:nvSpPr>
          <p:cNvPr id="6" name="title-marker-1">
            <a:extLst>
              <a:ext uri="{FF2B5EF4-FFF2-40B4-BE49-F238E27FC236}">
                <a16:creationId xmlns:a16="http://schemas.microsoft.com/office/drawing/2014/main" id="{8D59F414-6BAF-1E91-BC12-102EE49EC735}"/>
              </a:ext>
            </a:extLst>
          </p:cNvPr>
          <p:cNvSpPr>
            <a:spLocks noGrp="1"/>
          </p:cNvSpPr>
          <p:nvPr/>
        </p:nvSpPr>
        <p:spPr>
          <a:xfrm>
            <a:off x="320040" y="365760"/>
            <a:ext cx="164592" cy="384048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itle-marker-2">
            <a:extLst>
              <a:ext uri="{FF2B5EF4-FFF2-40B4-BE49-F238E27FC236}">
                <a16:creationId xmlns:a16="http://schemas.microsoft.com/office/drawing/2014/main" id="{336748CD-04E6-79D1-FAFF-04F2819A71E2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73152" cy="384048"/>
          </a:xfrm>
          <a:prstGeom prst="rect">
            <a:avLst/>
          </a:prstGeom>
          <a:solidFill>
            <a:srgbClr val="2E5EA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lide-title">
            <a:extLst>
              <a:ext uri="{FF2B5EF4-FFF2-40B4-BE49-F238E27FC236}">
                <a16:creationId xmlns:a16="http://schemas.microsoft.com/office/drawing/2014/main" id="{1B202938-3D0D-0DB1-A02F-202E70F5A345}"/>
              </a:ext>
            </a:extLst>
          </p:cNvPr>
          <p:cNvSpPr>
            <a:spLocks noGrp="1"/>
          </p:cNvSpPr>
          <p:nvPr/>
        </p:nvSpPr>
        <p:spPr>
          <a:xfrm>
            <a:off x="868680" y="228600"/>
            <a:ext cx="108813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核心分析</a:t>
            </a:r>
            <a:r>
              <a:rPr lang="en-US" altLang="zh-CN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lang="zh-CN" altLang="en-US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强大的岛屿模型</a:t>
            </a:r>
            <a:r>
              <a:rPr lang="en-US" altLang="zh-CN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( </a:t>
            </a:r>
            <a:r>
              <a:rPr lang="zh-CN" altLang="en-US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使用聚类而非随机分散 </a:t>
            </a:r>
            <a:r>
              <a:rPr lang="en-US" altLang="zh-CN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)</a:t>
            </a:r>
            <a:endParaRPr sz="24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Segmented Rule 01">
            <a:extLst>
              <a:ext uri="{FF2B5EF4-FFF2-40B4-BE49-F238E27FC236}">
                <a16:creationId xmlns:a16="http://schemas.microsoft.com/office/drawing/2014/main" id="{9BCC7CC0-C679-A46B-A1DD-3BF648254441}"/>
              </a:ext>
            </a:extLst>
          </p:cNvPr>
          <p:cNvSpPr>
            <a:spLocks noGrp="1"/>
          </p:cNvSpPr>
          <p:nvPr/>
        </p:nvSpPr>
        <p:spPr>
          <a:xfrm>
            <a:off x="320040" y="1051560"/>
            <a:ext cx="196596" cy="4572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egmented Rule 02">
            <a:extLst>
              <a:ext uri="{FF2B5EF4-FFF2-40B4-BE49-F238E27FC236}">
                <a16:creationId xmlns:a16="http://schemas.microsoft.com/office/drawing/2014/main" id="{2CF3982A-DB44-C39A-07AF-8964015E3C8D}"/>
              </a:ext>
            </a:extLst>
          </p:cNvPr>
          <p:cNvSpPr>
            <a:spLocks noGrp="1"/>
          </p:cNvSpPr>
          <p:nvPr/>
        </p:nvSpPr>
        <p:spPr>
          <a:xfrm>
            <a:off x="512978" y="1051560"/>
            <a:ext cx="196596" cy="45720"/>
          </a:xfrm>
          <a:prstGeom prst="rect">
            <a:avLst/>
          </a:prstGeom>
          <a:solidFill>
            <a:srgbClr val="233B6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egmented Rule 03">
            <a:extLst>
              <a:ext uri="{FF2B5EF4-FFF2-40B4-BE49-F238E27FC236}">
                <a16:creationId xmlns:a16="http://schemas.microsoft.com/office/drawing/2014/main" id="{8112568A-FA05-9F9A-9DE7-652790DD9822}"/>
              </a:ext>
            </a:extLst>
          </p:cNvPr>
          <p:cNvSpPr>
            <a:spLocks noGrp="1"/>
          </p:cNvSpPr>
          <p:nvPr/>
        </p:nvSpPr>
        <p:spPr>
          <a:xfrm>
            <a:off x="705917" y="1051560"/>
            <a:ext cx="196596" cy="45720"/>
          </a:xfrm>
          <a:prstGeom prst="rect">
            <a:avLst/>
          </a:prstGeom>
          <a:solidFill>
            <a:srgbClr val="273F6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egmented Rule 04">
            <a:extLst>
              <a:ext uri="{FF2B5EF4-FFF2-40B4-BE49-F238E27FC236}">
                <a16:creationId xmlns:a16="http://schemas.microsoft.com/office/drawing/2014/main" id="{157CF574-239B-1CCD-38B2-9114CA28DD48}"/>
              </a:ext>
            </a:extLst>
          </p:cNvPr>
          <p:cNvSpPr>
            <a:spLocks noGrp="1"/>
          </p:cNvSpPr>
          <p:nvPr/>
        </p:nvSpPr>
        <p:spPr>
          <a:xfrm>
            <a:off x="898855" y="1051560"/>
            <a:ext cx="196596" cy="45720"/>
          </a:xfrm>
          <a:prstGeom prst="rect">
            <a:avLst/>
          </a:prstGeom>
          <a:solidFill>
            <a:srgbClr val="2A426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egmented Rule 05">
            <a:extLst>
              <a:ext uri="{FF2B5EF4-FFF2-40B4-BE49-F238E27FC236}">
                <a16:creationId xmlns:a16="http://schemas.microsoft.com/office/drawing/2014/main" id="{C791AA90-1F51-46D2-E2DB-09E6FCA183CC}"/>
              </a:ext>
            </a:extLst>
          </p:cNvPr>
          <p:cNvSpPr>
            <a:spLocks noGrp="1"/>
          </p:cNvSpPr>
          <p:nvPr/>
        </p:nvSpPr>
        <p:spPr>
          <a:xfrm>
            <a:off x="1091794" y="1051560"/>
            <a:ext cx="196596" cy="45720"/>
          </a:xfrm>
          <a:prstGeom prst="rect">
            <a:avLst/>
          </a:prstGeom>
          <a:solidFill>
            <a:srgbClr val="2E456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egmented Rule 06">
            <a:extLst>
              <a:ext uri="{FF2B5EF4-FFF2-40B4-BE49-F238E27FC236}">
                <a16:creationId xmlns:a16="http://schemas.microsoft.com/office/drawing/2014/main" id="{BA6050CC-74B9-9475-5E65-9885C4BFB2DE}"/>
              </a:ext>
            </a:extLst>
          </p:cNvPr>
          <p:cNvSpPr>
            <a:spLocks noGrp="1"/>
          </p:cNvSpPr>
          <p:nvPr/>
        </p:nvSpPr>
        <p:spPr>
          <a:xfrm>
            <a:off x="1284732" y="1051560"/>
            <a:ext cx="196596" cy="45720"/>
          </a:xfrm>
          <a:prstGeom prst="rect">
            <a:avLst/>
          </a:prstGeom>
          <a:solidFill>
            <a:srgbClr val="32497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egmented Rule 07">
            <a:extLst>
              <a:ext uri="{FF2B5EF4-FFF2-40B4-BE49-F238E27FC236}">
                <a16:creationId xmlns:a16="http://schemas.microsoft.com/office/drawing/2014/main" id="{1A3AFD3A-B607-DAF2-7726-467168F39EFE}"/>
              </a:ext>
            </a:extLst>
          </p:cNvPr>
          <p:cNvSpPr>
            <a:spLocks noGrp="1"/>
          </p:cNvSpPr>
          <p:nvPr/>
        </p:nvSpPr>
        <p:spPr>
          <a:xfrm>
            <a:off x="1477670" y="1051560"/>
            <a:ext cx="196596" cy="45720"/>
          </a:xfrm>
          <a:prstGeom prst="rect">
            <a:avLst/>
          </a:prstGeom>
          <a:solidFill>
            <a:srgbClr val="364C7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egmented Rule 08">
            <a:extLst>
              <a:ext uri="{FF2B5EF4-FFF2-40B4-BE49-F238E27FC236}">
                <a16:creationId xmlns:a16="http://schemas.microsoft.com/office/drawing/2014/main" id="{B5168A4F-4575-6B33-1C47-FCC09D1D2E3F}"/>
              </a:ext>
            </a:extLst>
          </p:cNvPr>
          <p:cNvSpPr>
            <a:spLocks noGrp="1"/>
          </p:cNvSpPr>
          <p:nvPr/>
        </p:nvSpPr>
        <p:spPr>
          <a:xfrm>
            <a:off x="1670609" y="1051560"/>
            <a:ext cx="196596" cy="45720"/>
          </a:xfrm>
          <a:prstGeom prst="rect">
            <a:avLst/>
          </a:prstGeom>
          <a:solidFill>
            <a:srgbClr val="3A507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egmented Rule 09">
            <a:extLst>
              <a:ext uri="{FF2B5EF4-FFF2-40B4-BE49-F238E27FC236}">
                <a16:creationId xmlns:a16="http://schemas.microsoft.com/office/drawing/2014/main" id="{1669596C-104D-3E76-9EB0-25035CC2EC0B}"/>
              </a:ext>
            </a:extLst>
          </p:cNvPr>
          <p:cNvSpPr>
            <a:spLocks noGrp="1"/>
          </p:cNvSpPr>
          <p:nvPr/>
        </p:nvSpPr>
        <p:spPr>
          <a:xfrm>
            <a:off x="1863547" y="1051560"/>
            <a:ext cx="196596" cy="45720"/>
          </a:xfrm>
          <a:prstGeom prst="rect">
            <a:avLst/>
          </a:prstGeom>
          <a:solidFill>
            <a:srgbClr val="3D537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egmented Rule 10">
            <a:extLst>
              <a:ext uri="{FF2B5EF4-FFF2-40B4-BE49-F238E27FC236}">
                <a16:creationId xmlns:a16="http://schemas.microsoft.com/office/drawing/2014/main" id="{E19C750C-A35A-AB38-1333-CD2F8A237217}"/>
              </a:ext>
            </a:extLst>
          </p:cNvPr>
          <p:cNvSpPr>
            <a:spLocks noGrp="1"/>
          </p:cNvSpPr>
          <p:nvPr/>
        </p:nvSpPr>
        <p:spPr>
          <a:xfrm>
            <a:off x="2056486" y="1051560"/>
            <a:ext cx="196596" cy="45720"/>
          </a:xfrm>
          <a:prstGeom prst="rect">
            <a:avLst/>
          </a:prstGeom>
          <a:solidFill>
            <a:srgbClr val="41567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egmented Rule 11">
            <a:extLst>
              <a:ext uri="{FF2B5EF4-FFF2-40B4-BE49-F238E27FC236}">
                <a16:creationId xmlns:a16="http://schemas.microsoft.com/office/drawing/2014/main" id="{6E11C402-E112-2596-3839-19A91E990B52}"/>
              </a:ext>
            </a:extLst>
          </p:cNvPr>
          <p:cNvSpPr>
            <a:spLocks noGrp="1"/>
          </p:cNvSpPr>
          <p:nvPr/>
        </p:nvSpPr>
        <p:spPr>
          <a:xfrm>
            <a:off x="2249424" y="1051560"/>
            <a:ext cx="196596" cy="45720"/>
          </a:xfrm>
          <a:prstGeom prst="rect">
            <a:avLst/>
          </a:prstGeom>
          <a:solidFill>
            <a:srgbClr val="455A7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egmented Rule 12">
            <a:extLst>
              <a:ext uri="{FF2B5EF4-FFF2-40B4-BE49-F238E27FC236}">
                <a16:creationId xmlns:a16="http://schemas.microsoft.com/office/drawing/2014/main" id="{E5305C3B-799E-96A1-84FF-E9F0B7FE226B}"/>
              </a:ext>
            </a:extLst>
          </p:cNvPr>
          <p:cNvSpPr>
            <a:spLocks noGrp="1"/>
          </p:cNvSpPr>
          <p:nvPr/>
        </p:nvSpPr>
        <p:spPr>
          <a:xfrm>
            <a:off x="2442362" y="1051560"/>
            <a:ext cx="196596" cy="45720"/>
          </a:xfrm>
          <a:prstGeom prst="rect">
            <a:avLst/>
          </a:prstGeom>
          <a:solidFill>
            <a:srgbClr val="495D8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egmented Rule 13">
            <a:extLst>
              <a:ext uri="{FF2B5EF4-FFF2-40B4-BE49-F238E27FC236}">
                <a16:creationId xmlns:a16="http://schemas.microsoft.com/office/drawing/2014/main" id="{219676F3-E46A-1CA9-E41F-47291B694651}"/>
              </a:ext>
            </a:extLst>
          </p:cNvPr>
          <p:cNvSpPr>
            <a:spLocks noGrp="1"/>
          </p:cNvSpPr>
          <p:nvPr/>
        </p:nvSpPr>
        <p:spPr>
          <a:xfrm>
            <a:off x="2635301" y="1051560"/>
            <a:ext cx="196596" cy="45720"/>
          </a:xfrm>
          <a:prstGeom prst="rect">
            <a:avLst/>
          </a:prstGeom>
          <a:solidFill>
            <a:srgbClr val="4D608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egmented Rule 14">
            <a:extLst>
              <a:ext uri="{FF2B5EF4-FFF2-40B4-BE49-F238E27FC236}">
                <a16:creationId xmlns:a16="http://schemas.microsoft.com/office/drawing/2014/main" id="{5798CB94-5088-03B5-31E7-2F900F6AF85B}"/>
              </a:ext>
            </a:extLst>
          </p:cNvPr>
          <p:cNvSpPr>
            <a:spLocks noGrp="1"/>
          </p:cNvSpPr>
          <p:nvPr/>
        </p:nvSpPr>
        <p:spPr>
          <a:xfrm>
            <a:off x="2828239" y="1051560"/>
            <a:ext cx="196596" cy="45720"/>
          </a:xfrm>
          <a:prstGeom prst="rect">
            <a:avLst/>
          </a:prstGeom>
          <a:solidFill>
            <a:srgbClr val="50648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egmented Rule 15">
            <a:extLst>
              <a:ext uri="{FF2B5EF4-FFF2-40B4-BE49-F238E27FC236}">
                <a16:creationId xmlns:a16="http://schemas.microsoft.com/office/drawing/2014/main" id="{24F7CA89-A689-0652-0F89-BE84EF165AAC}"/>
              </a:ext>
            </a:extLst>
          </p:cNvPr>
          <p:cNvSpPr>
            <a:spLocks noGrp="1"/>
          </p:cNvSpPr>
          <p:nvPr/>
        </p:nvSpPr>
        <p:spPr>
          <a:xfrm>
            <a:off x="3021178" y="1051560"/>
            <a:ext cx="196596" cy="45720"/>
          </a:xfrm>
          <a:prstGeom prst="rect">
            <a:avLst/>
          </a:prstGeom>
          <a:solidFill>
            <a:srgbClr val="54678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egmented Rule 16">
            <a:extLst>
              <a:ext uri="{FF2B5EF4-FFF2-40B4-BE49-F238E27FC236}">
                <a16:creationId xmlns:a16="http://schemas.microsoft.com/office/drawing/2014/main" id="{15588226-C872-15C9-3E85-CB89724F0EEB}"/>
              </a:ext>
            </a:extLst>
          </p:cNvPr>
          <p:cNvSpPr>
            <a:spLocks noGrp="1"/>
          </p:cNvSpPr>
          <p:nvPr/>
        </p:nvSpPr>
        <p:spPr>
          <a:xfrm>
            <a:off x="3214116" y="1051560"/>
            <a:ext cx="196596" cy="45720"/>
          </a:xfrm>
          <a:prstGeom prst="rect">
            <a:avLst/>
          </a:prstGeom>
          <a:solidFill>
            <a:srgbClr val="586B8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egmented Rule 17">
            <a:extLst>
              <a:ext uri="{FF2B5EF4-FFF2-40B4-BE49-F238E27FC236}">
                <a16:creationId xmlns:a16="http://schemas.microsoft.com/office/drawing/2014/main" id="{5A51F39D-DB7C-989C-4AE5-8CC939FCF7FE}"/>
              </a:ext>
            </a:extLst>
          </p:cNvPr>
          <p:cNvSpPr>
            <a:spLocks noGrp="1"/>
          </p:cNvSpPr>
          <p:nvPr/>
        </p:nvSpPr>
        <p:spPr>
          <a:xfrm>
            <a:off x="3407054" y="1051560"/>
            <a:ext cx="196596" cy="45720"/>
          </a:xfrm>
          <a:prstGeom prst="rect">
            <a:avLst/>
          </a:prstGeom>
          <a:solidFill>
            <a:srgbClr val="5C6E8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egmented Rule 18">
            <a:extLst>
              <a:ext uri="{FF2B5EF4-FFF2-40B4-BE49-F238E27FC236}">
                <a16:creationId xmlns:a16="http://schemas.microsoft.com/office/drawing/2014/main" id="{92579240-3428-6A03-3673-329671C3906A}"/>
              </a:ext>
            </a:extLst>
          </p:cNvPr>
          <p:cNvSpPr>
            <a:spLocks noGrp="1"/>
          </p:cNvSpPr>
          <p:nvPr/>
        </p:nvSpPr>
        <p:spPr>
          <a:xfrm>
            <a:off x="3599993" y="1051560"/>
            <a:ext cx="196596" cy="45720"/>
          </a:xfrm>
          <a:prstGeom prst="rect">
            <a:avLst/>
          </a:prstGeom>
          <a:solidFill>
            <a:srgbClr val="60719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egmented Rule 19">
            <a:extLst>
              <a:ext uri="{FF2B5EF4-FFF2-40B4-BE49-F238E27FC236}">
                <a16:creationId xmlns:a16="http://schemas.microsoft.com/office/drawing/2014/main" id="{871DAC56-2D58-D4A8-3AB8-58E75CBFCF8B}"/>
              </a:ext>
            </a:extLst>
          </p:cNvPr>
          <p:cNvSpPr>
            <a:spLocks noGrp="1"/>
          </p:cNvSpPr>
          <p:nvPr/>
        </p:nvSpPr>
        <p:spPr>
          <a:xfrm>
            <a:off x="3792931" y="1051560"/>
            <a:ext cx="196596" cy="45720"/>
          </a:xfrm>
          <a:prstGeom prst="rect">
            <a:avLst/>
          </a:prstGeom>
          <a:solidFill>
            <a:srgbClr val="63759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egmented Rule 20">
            <a:extLst>
              <a:ext uri="{FF2B5EF4-FFF2-40B4-BE49-F238E27FC236}">
                <a16:creationId xmlns:a16="http://schemas.microsoft.com/office/drawing/2014/main" id="{B0C37FD9-3908-33DC-958C-044505BA5E61}"/>
              </a:ext>
            </a:extLst>
          </p:cNvPr>
          <p:cNvSpPr>
            <a:spLocks noGrp="1"/>
          </p:cNvSpPr>
          <p:nvPr/>
        </p:nvSpPr>
        <p:spPr>
          <a:xfrm>
            <a:off x="3985870" y="1051560"/>
            <a:ext cx="196596" cy="45720"/>
          </a:xfrm>
          <a:prstGeom prst="rect">
            <a:avLst/>
          </a:prstGeom>
          <a:solidFill>
            <a:srgbClr val="67789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egmented Rule 21">
            <a:extLst>
              <a:ext uri="{FF2B5EF4-FFF2-40B4-BE49-F238E27FC236}">
                <a16:creationId xmlns:a16="http://schemas.microsoft.com/office/drawing/2014/main" id="{E5530DFF-F2E9-CF93-E6F9-AF6D2067EA6F}"/>
              </a:ext>
            </a:extLst>
          </p:cNvPr>
          <p:cNvSpPr>
            <a:spLocks noGrp="1"/>
          </p:cNvSpPr>
          <p:nvPr/>
        </p:nvSpPr>
        <p:spPr>
          <a:xfrm>
            <a:off x="4178808" y="1051560"/>
            <a:ext cx="196596" cy="45720"/>
          </a:xfrm>
          <a:prstGeom prst="rect">
            <a:avLst/>
          </a:prstGeom>
          <a:solidFill>
            <a:srgbClr val="6B7B9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egmented Rule 22">
            <a:extLst>
              <a:ext uri="{FF2B5EF4-FFF2-40B4-BE49-F238E27FC236}">
                <a16:creationId xmlns:a16="http://schemas.microsoft.com/office/drawing/2014/main" id="{C255207F-085B-D211-5DDA-6DD5253A393B}"/>
              </a:ext>
            </a:extLst>
          </p:cNvPr>
          <p:cNvSpPr>
            <a:spLocks noGrp="1"/>
          </p:cNvSpPr>
          <p:nvPr/>
        </p:nvSpPr>
        <p:spPr>
          <a:xfrm>
            <a:off x="4371746" y="1051560"/>
            <a:ext cx="196596" cy="45720"/>
          </a:xfrm>
          <a:prstGeom prst="rect">
            <a:avLst/>
          </a:prstGeom>
          <a:solidFill>
            <a:srgbClr val="6F7F9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egmented Rule 23">
            <a:extLst>
              <a:ext uri="{FF2B5EF4-FFF2-40B4-BE49-F238E27FC236}">
                <a16:creationId xmlns:a16="http://schemas.microsoft.com/office/drawing/2014/main" id="{D1E0445B-728D-83D2-51ED-951D29433985}"/>
              </a:ext>
            </a:extLst>
          </p:cNvPr>
          <p:cNvSpPr>
            <a:spLocks noGrp="1"/>
          </p:cNvSpPr>
          <p:nvPr/>
        </p:nvSpPr>
        <p:spPr>
          <a:xfrm>
            <a:off x="4564685" y="1051560"/>
            <a:ext cx="196596" cy="45720"/>
          </a:xfrm>
          <a:prstGeom prst="rect">
            <a:avLst/>
          </a:prstGeom>
          <a:solidFill>
            <a:srgbClr val="73829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egmented Rule 24">
            <a:extLst>
              <a:ext uri="{FF2B5EF4-FFF2-40B4-BE49-F238E27FC236}">
                <a16:creationId xmlns:a16="http://schemas.microsoft.com/office/drawing/2014/main" id="{FA9EC62A-8CFE-17E4-F269-A51C05B2EE8F}"/>
              </a:ext>
            </a:extLst>
          </p:cNvPr>
          <p:cNvSpPr>
            <a:spLocks noGrp="1"/>
          </p:cNvSpPr>
          <p:nvPr/>
        </p:nvSpPr>
        <p:spPr>
          <a:xfrm>
            <a:off x="4757623" y="1051560"/>
            <a:ext cx="196596" cy="45720"/>
          </a:xfrm>
          <a:prstGeom prst="rect">
            <a:avLst/>
          </a:prstGeom>
          <a:solidFill>
            <a:srgbClr val="7686A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egmented Rule 25">
            <a:extLst>
              <a:ext uri="{FF2B5EF4-FFF2-40B4-BE49-F238E27FC236}">
                <a16:creationId xmlns:a16="http://schemas.microsoft.com/office/drawing/2014/main" id="{00864F63-E5F4-F534-96AB-7F25927AD055}"/>
              </a:ext>
            </a:extLst>
          </p:cNvPr>
          <p:cNvSpPr>
            <a:spLocks noGrp="1"/>
          </p:cNvSpPr>
          <p:nvPr/>
        </p:nvSpPr>
        <p:spPr>
          <a:xfrm>
            <a:off x="4950562" y="1051560"/>
            <a:ext cx="196596" cy="45720"/>
          </a:xfrm>
          <a:prstGeom prst="rect">
            <a:avLst/>
          </a:prstGeom>
          <a:solidFill>
            <a:srgbClr val="7A89A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egmented Rule 26">
            <a:extLst>
              <a:ext uri="{FF2B5EF4-FFF2-40B4-BE49-F238E27FC236}">
                <a16:creationId xmlns:a16="http://schemas.microsoft.com/office/drawing/2014/main" id="{6F871083-6D8C-CF3D-E663-690657D905E3}"/>
              </a:ext>
            </a:extLst>
          </p:cNvPr>
          <p:cNvSpPr>
            <a:spLocks noGrp="1"/>
          </p:cNvSpPr>
          <p:nvPr/>
        </p:nvSpPr>
        <p:spPr>
          <a:xfrm>
            <a:off x="5143500" y="1051560"/>
            <a:ext cx="196596" cy="45720"/>
          </a:xfrm>
          <a:prstGeom prst="rect">
            <a:avLst/>
          </a:prstGeom>
          <a:solidFill>
            <a:srgbClr val="7E8CA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egmented Rule 27">
            <a:extLst>
              <a:ext uri="{FF2B5EF4-FFF2-40B4-BE49-F238E27FC236}">
                <a16:creationId xmlns:a16="http://schemas.microsoft.com/office/drawing/2014/main" id="{72AB202C-A483-8A09-91A0-CEE4C1C3EDD7}"/>
              </a:ext>
            </a:extLst>
          </p:cNvPr>
          <p:cNvSpPr>
            <a:spLocks noGrp="1"/>
          </p:cNvSpPr>
          <p:nvPr/>
        </p:nvSpPr>
        <p:spPr>
          <a:xfrm>
            <a:off x="5336438" y="1051560"/>
            <a:ext cx="196596" cy="45720"/>
          </a:xfrm>
          <a:prstGeom prst="rect">
            <a:avLst/>
          </a:prstGeom>
          <a:solidFill>
            <a:srgbClr val="8290A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egmented Rule 28">
            <a:extLst>
              <a:ext uri="{FF2B5EF4-FFF2-40B4-BE49-F238E27FC236}">
                <a16:creationId xmlns:a16="http://schemas.microsoft.com/office/drawing/2014/main" id="{71D1257D-3A00-86C9-C27B-297093868CE1}"/>
              </a:ext>
            </a:extLst>
          </p:cNvPr>
          <p:cNvSpPr>
            <a:spLocks noGrp="1"/>
          </p:cNvSpPr>
          <p:nvPr/>
        </p:nvSpPr>
        <p:spPr>
          <a:xfrm>
            <a:off x="5529377" y="1051560"/>
            <a:ext cx="196596" cy="45720"/>
          </a:xfrm>
          <a:prstGeom prst="rect">
            <a:avLst/>
          </a:prstGeom>
          <a:solidFill>
            <a:srgbClr val="8693A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egmented Rule 29">
            <a:extLst>
              <a:ext uri="{FF2B5EF4-FFF2-40B4-BE49-F238E27FC236}">
                <a16:creationId xmlns:a16="http://schemas.microsoft.com/office/drawing/2014/main" id="{A71CCCE2-1B56-1174-1024-FA4887507C91}"/>
              </a:ext>
            </a:extLst>
          </p:cNvPr>
          <p:cNvSpPr>
            <a:spLocks noGrp="1"/>
          </p:cNvSpPr>
          <p:nvPr/>
        </p:nvSpPr>
        <p:spPr>
          <a:xfrm>
            <a:off x="5722315" y="1051560"/>
            <a:ext cx="196596" cy="45720"/>
          </a:xfrm>
          <a:prstGeom prst="rect">
            <a:avLst/>
          </a:prstGeom>
          <a:solidFill>
            <a:srgbClr val="8996A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egmented Rule 30">
            <a:extLst>
              <a:ext uri="{FF2B5EF4-FFF2-40B4-BE49-F238E27FC236}">
                <a16:creationId xmlns:a16="http://schemas.microsoft.com/office/drawing/2014/main" id="{0494FF6D-F01B-A1B8-A8D5-2A36F6015B51}"/>
              </a:ext>
            </a:extLst>
          </p:cNvPr>
          <p:cNvSpPr>
            <a:spLocks noGrp="1"/>
          </p:cNvSpPr>
          <p:nvPr/>
        </p:nvSpPr>
        <p:spPr>
          <a:xfrm>
            <a:off x="5915254" y="1051560"/>
            <a:ext cx="196596" cy="45720"/>
          </a:xfrm>
          <a:prstGeom prst="rect">
            <a:avLst/>
          </a:prstGeom>
          <a:solidFill>
            <a:srgbClr val="8D9AB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egmented Rule 31">
            <a:extLst>
              <a:ext uri="{FF2B5EF4-FFF2-40B4-BE49-F238E27FC236}">
                <a16:creationId xmlns:a16="http://schemas.microsoft.com/office/drawing/2014/main" id="{E459B06D-3C44-E79E-A116-B1B931C21B82}"/>
              </a:ext>
            </a:extLst>
          </p:cNvPr>
          <p:cNvSpPr>
            <a:spLocks noGrp="1"/>
          </p:cNvSpPr>
          <p:nvPr/>
        </p:nvSpPr>
        <p:spPr>
          <a:xfrm>
            <a:off x="6108192" y="1051560"/>
            <a:ext cx="196596" cy="45720"/>
          </a:xfrm>
          <a:prstGeom prst="rect">
            <a:avLst/>
          </a:prstGeom>
          <a:solidFill>
            <a:srgbClr val="919DB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egmented Rule 32">
            <a:extLst>
              <a:ext uri="{FF2B5EF4-FFF2-40B4-BE49-F238E27FC236}">
                <a16:creationId xmlns:a16="http://schemas.microsoft.com/office/drawing/2014/main" id="{1ED363C4-26DC-9087-70D5-D9A7CA53FE0A}"/>
              </a:ext>
            </a:extLst>
          </p:cNvPr>
          <p:cNvSpPr>
            <a:spLocks noGrp="1"/>
          </p:cNvSpPr>
          <p:nvPr/>
        </p:nvSpPr>
        <p:spPr>
          <a:xfrm>
            <a:off x="6301130" y="1051560"/>
            <a:ext cx="196596" cy="45720"/>
          </a:xfrm>
          <a:prstGeom prst="rect">
            <a:avLst/>
          </a:prstGeom>
          <a:solidFill>
            <a:srgbClr val="95A1B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egmented Rule 33">
            <a:extLst>
              <a:ext uri="{FF2B5EF4-FFF2-40B4-BE49-F238E27FC236}">
                <a16:creationId xmlns:a16="http://schemas.microsoft.com/office/drawing/2014/main" id="{6B1F7003-3135-64EB-9C85-3115B57943DD}"/>
              </a:ext>
            </a:extLst>
          </p:cNvPr>
          <p:cNvSpPr>
            <a:spLocks noGrp="1"/>
          </p:cNvSpPr>
          <p:nvPr/>
        </p:nvSpPr>
        <p:spPr>
          <a:xfrm>
            <a:off x="6494069" y="1051560"/>
            <a:ext cx="196596" cy="45720"/>
          </a:xfrm>
          <a:prstGeom prst="rect">
            <a:avLst/>
          </a:prstGeom>
          <a:solidFill>
            <a:srgbClr val="98A4B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Segmented Rule 34">
            <a:extLst>
              <a:ext uri="{FF2B5EF4-FFF2-40B4-BE49-F238E27FC236}">
                <a16:creationId xmlns:a16="http://schemas.microsoft.com/office/drawing/2014/main" id="{68450B5B-767D-2C1B-9B6C-F5165AB68E75}"/>
              </a:ext>
            </a:extLst>
          </p:cNvPr>
          <p:cNvSpPr>
            <a:spLocks noGrp="1"/>
          </p:cNvSpPr>
          <p:nvPr/>
        </p:nvSpPr>
        <p:spPr>
          <a:xfrm>
            <a:off x="6687007" y="1051560"/>
            <a:ext cx="196596" cy="45720"/>
          </a:xfrm>
          <a:prstGeom prst="rect">
            <a:avLst/>
          </a:prstGeom>
          <a:solidFill>
            <a:srgbClr val="9CA7B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egmented Rule 35">
            <a:extLst>
              <a:ext uri="{FF2B5EF4-FFF2-40B4-BE49-F238E27FC236}">
                <a16:creationId xmlns:a16="http://schemas.microsoft.com/office/drawing/2014/main" id="{C994290A-3BAE-3456-5B7F-5DF479A24A3E}"/>
              </a:ext>
            </a:extLst>
          </p:cNvPr>
          <p:cNvSpPr>
            <a:spLocks noGrp="1"/>
          </p:cNvSpPr>
          <p:nvPr/>
        </p:nvSpPr>
        <p:spPr>
          <a:xfrm>
            <a:off x="6879946" y="1051560"/>
            <a:ext cx="196596" cy="45720"/>
          </a:xfrm>
          <a:prstGeom prst="rect">
            <a:avLst/>
          </a:prstGeom>
          <a:solidFill>
            <a:srgbClr val="A0ABB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egmented Rule 36">
            <a:extLst>
              <a:ext uri="{FF2B5EF4-FFF2-40B4-BE49-F238E27FC236}">
                <a16:creationId xmlns:a16="http://schemas.microsoft.com/office/drawing/2014/main" id="{A43895E6-CBEC-D54C-69EC-1325F4CC9461}"/>
              </a:ext>
            </a:extLst>
          </p:cNvPr>
          <p:cNvSpPr>
            <a:spLocks noGrp="1"/>
          </p:cNvSpPr>
          <p:nvPr/>
        </p:nvSpPr>
        <p:spPr>
          <a:xfrm>
            <a:off x="7072884" y="1051560"/>
            <a:ext cx="196596" cy="45720"/>
          </a:xfrm>
          <a:prstGeom prst="rect">
            <a:avLst/>
          </a:prstGeom>
          <a:solidFill>
            <a:srgbClr val="A4AEC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egmented Rule 37">
            <a:extLst>
              <a:ext uri="{FF2B5EF4-FFF2-40B4-BE49-F238E27FC236}">
                <a16:creationId xmlns:a16="http://schemas.microsoft.com/office/drawing/2014/main" id="{92889654-62FE-F891-8A1B-C9FAE2145682}"/>
              </a:ext>
            </a:extLst>
          </p:cNvPr>
          <p:cNvSpPr>
            <a:spLocks noGrp="1"/>
          </p:cNvSpPr>
          <p:nvPr/>
        </p:nvSpPr>
        <p:spPr>
          <a:xfrm>
            <a:off x="7265822" y="1051560"/>
            <a:ext cx="196596" cy="45720"/>
          </a:xfrm>
          <a:prstGeom prst="rect">
            <a:avLst/>
          </a:prstGeom>
          <a:solidFill>
            <a:srgbClr val="A8B1C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egmented Rule 38">
            <a:extLst>
              <a:ext uri="{FF2B5EF4-FFF2-40B4-BE49-F238E27FC236}">
                <a16:creationId xmlns:a16="http://schemas.microsoft.com/office/drawing/2014/main" id="{C12044EA-772C-3532-6834-098719D759C9}"/>
              </a:ext>
            </a:extLst>
          </p:cNvPr>
          <p:cNvSpPr>
            <a:spLocks noGrp="1"/>
          </p:cNvSpPr>
          <p:nvPr/>
        </p:nvSpPr>
        <p:spPr>
          <a:xfrm>
            <a:off x="7458761" y="1051560"/>
            <a:ext cx="196596" cy="45720"/>
          </a:xfrm>
          <a:prstGeom prst="rect">
            <a:avLst/>
          </a:prstGeom>
          <a:solidFill>
            <a:srgbClr val="ABB5C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egmented Rule 39">
            <a:extLst>
              <a:ext uri="{FF2B5EF4-FFF2-40B4-BE49-F238E27FC236}">
                <a16:creationId xmlns:a16="http://schemas.microsoft.com/office/drawing/2014/main" id="{B74915C3-2EAC-51BC-27A9-1BDE5072630F}"/>
              </a:ext>
            </a:extLst>
          </p:cNvPr>
          <p:cNvSpPr>
            <a:spLocks noGrp="1"/>
          </p:cNvSpPr>
          <p:nvPr/>
        </p:nvSpPr>
        <p:spPr>
          <a:xfrm>
            <a:off x="7651699" y="1051560"/>
            <a:ext cx="196596" cy="45720"/>
          </a:xfrm>
          <a:prstGeom prst="rect">
            <a:avLst/>
          </a:prstGeom>
          <a:solidFill>
            <a:srgbClr val="AFB8C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egmented Rule 40">
            <a:extLst>
              <a:ext uri="{FF2B5EF4-FFF2-40B4-BE49-F238E27FC236}">
                <a16:creationId xmlns:a16="http://schemas.microsoft.com/office/drawing/2014/main" id="{3F510B96-6853-1906-2F5E-0A1C6E87A75B}"/>
              </a:ext>
            </a:extLst>
          </p:cNvPr>
          <p:cNvSpPr>
            <a:spLocks noGrp="1"/>
          </p:cNvSpPr>
          <p:nvPr/>
        </p:nvSpPr>
        <p:spPr>
          <a:xfrm>
            <a:off x="7844638" y="1051560"/>
            <a:ext cx="196596" cy="45720"/>
          </a:xfrm>
          <a:prstGeom prst="rect">
            <a:avLst/>
          </a:prstGeom>
          <a:solidFill>
            <a:srgbClr val="B3BCC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egmented Rule 41">
            <a:extLst>
              <a:ext uri="{FF2B5EF4-FFF2-40B4-BE49-F238E27FC236}">
                <a16:creationId xmlns:a16="http://schemas.microsoft.com/office/drawing/2014/main" id="{A389F86E-E688-54E9-C6C0-52526336DBD2}"/>
              </a:ext>
            </a:extLst>
          </p:cNvPr>
          <p:cNvSpPr>
            <a:spLocks noGrp="1"/>
          </p:cNvSpPr>
          <p:nvPr/>
        </p:nvSpPr>
        <p:spPr>
          <a:xfrm>
            <a:off x="8037576" y="1051560"/>
            <a:ext cx="196596" cy="45720"/>
          </a:xfrm>
          <a:prstGeom prst="rect">
            <a:avLst/>
          </a:prstGeom>
          <a:solidFill>
            <a:srgbClr val="B7BFC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egmented Rule 42">
            <a:extLst>
              <a:ext uri="{FF2B5EF4-FFF2-40B4-BE49-F238E27FC236}">
                <a16:creationId xmlns:a16="http://schemas.microsoft.com/office/drawing/2014/main" id="{BA87A0C0-D9C2-0BBB-8B7A-EC10529575D9}"/>
              </a:ext>
            </a:extLst>
          </p:cNvPr>
          <p:cNvSpPr>
            <a:spLocks noGrp="1"/>
          </p:cNvSpPr>
          <p:nvPr/>
        </p:nvSpPr>
        <p:spPr>
          <a:xfrm>
            <a:off x="8230514" y="1051560"/>
            <a:ext cx="196596" cy="45720"/>
          </a:xfrm>
          <a:prstGeom prst="rect">
            <a:avLst/>
          </a:prstGeom>
          <a:solidFill>
            <a:srgbClr val="BBC2D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egmented Rule 43">
            <a:extLst>
              <a:ext uri="{FF2B5EF4-FFF2-40B4-BE49-F238E27FC236}">
                <a16:creationId xmlns:a16="http://schemas.microsoft.com/office/drawing/2014/main" id="{C3D15736-AD6B-394B-89EF-3101AFBE031A}"/>
              </a:ext>
            </a:extLst>
          </p:cNvPr>
          <p:cNvSpPr>
            <a:spLocks noGrp="1"/>
          </p:cNvSpPr>
          <p:nvPr/>
        </p:nvSpPr>
        <p:spPr>
          <a:xfrm>
            <a:off x="8423453" y="1051560"/>
            <a:ext cx="196596" cy="45720"/>
          </a:xfrm>
          <a:prstGeom prst="rect">
            <a:avLst/>
          </a:prstGeom>
          <a:solidFill>
            <a:srgbClr val="BEC6D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egmented Rule 44">
            <a:extLst>
              <a:ext uri="{FF2B5EF4-FFF2-40B4-BE49-F238E27FC236}">
                <a16:creationId xmlns:a16="http://schemas.microsoft.com/office/drawing/2014/main" id="{AC710397-D6A1-F3CC-6EAE-5521FDA1CB27}"/>
              </a:ext>
            </a:extLst>
          </p:cNvPr>
          <p:cNvSpPr>
            <a:spLocks noGrp="1"/>
          </p:cNvSpPr>
          <p:nvPr/>
        </p:nvSpPr>
        <p:spPr>
          <a:xfrm>
            <a:off x="8616391" y="1051560"/>
            <a:ext cx="196596" cy="45720"/>
          </a:xfrm>
          <a:prstGeom prst="rect">
            <a:avLst/>
          </a:prstGeom>
          <a:solidFill>
            <a:srgbClr val="C2C9D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egmented Rule 45">
            <a:extLst>
              <a:ext uri="{FF2B5EF4-FFF2-40B4-BE49-F238E27FC236}">
                <a16:creationId xmlns:a16="http://schemas.microsoft.com/office/drawing/2014/main" id="{27E1F5BE-8DBA-369A-9598-5E9F2E49479B}"/>
              </a:ext>
            </a:extLst>
          </p:cNvPr>
          <p:cNvSpPr>
            <a:spLocks noGrp="1"/>
          </p:cNvSpPr>
          <p:nvPr/>
        </p:nvSpPr>
        <p:spPr>
          <a:xfrm>
            <a:off x="8809330" y="1051560"/>
            <a:ext cx="196596" cy="45720"/>
          </a:xfrm>
          <a:prstGeom prst="rect">
            <a:avLst/>
          </a:prstGeom>
          <a:solidFill>
            <a:srgbClr val="C6CCD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egmented Rule 46">
            <a:extLst>
              <a:ext uri="{FF2B5EF4-FFF2-40B4-BE49-F238E27FC236}">
                <a16:creationId xmlns:a16="http://schemas.microsoft.com/office/drawing/2014/main" id="{7F9CDE2E-EC4A-E241-F038-CA1F2C6870EF}"/>
              </a:ext>
            </a:extLst>
          </p:cNvPr>
          <p:cNvSpPr>
            <a:spLocks noGrp="1"/>
          </p:cNvSpPr>
          <p:nvPr/>
        </p:nvSpPr>
        <p:spPr>
          <a:xfrm>
            <a:off x="9002268" y="1051560"/>
            <a:ext cx="196596" cy="45720"/>
          </a:xfrm>
          <a:prstGeom prst="rect">
            <a:avLst/>
          </a:prstGeom>
          <a:solidFill>
            <a:srgbClr val="CAD0D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egmented Rule 47">
            <a:extLst>
              <a:ext uri="{FF2B5EF4-FFF2-40B4-BE49-F238E27FC236}">
                <a16:creationId xmlns:a16="http://schemas.microsoft.com/office/drawing/2014/main" id="{0B0D3C2B-3B37-CA0F-7183-87E2C714746C}"/>
              </a:ext>
            </a:extLst>
          </p:cNvPr>
          <p:cNvSpPr>
            <a:spLocks noGrp="1"/>
          </p:cNvSpPr>
          <p:nvPr/>
        </p:nvSpPr>
        <p:spPr>
          <a:xfrm>
            <a:off x="9195206" y="1051560"/>
            <a:ext cx="196596" cy="45720"/>
          </a:xfrm>
          <a:prstGeom prst="rect">
            <a:avLst/>
          </a:prstGeom>
          <a:solidFill>
            <a:srgbClr val="CED3D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egmented Rule 48">
            <a:extLst>
              <a:ext uri="{FF2B5EF4-FFF2-40B4-BE49-F238E27FC236}">
                <a16:creationId xmlns:a16="http://schemas.microsoft.com/office/drawing/2014/main" id="{FEECEB9F-CEA2-6770-88D5-A4BA58DF3A80}"/>
              </a:ext>
            </a:extLst>
          </p:cNvPr>
          <p:cNvSpPr>
            <a:spLocks noGrp="1"/>
          </p:cNvSpPr>
          <p:nvPr/>
        </p:nvSpPr>
        <p:spPr>
          <a:xfrm>
            <a:off x="9388145" y="1051560"/>
            <a:ext cx="196596" cy="45720"/>
          </a:xfrm>
          <a:prstGeom prst="rect">
            <a:avLst/>
          </a:prstGeom>
          <a:solidFill>
            <a:srgbClr val="D1D7D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egmented Rule 49">
            <a:extLst>
              <a:ext uri="{FF2B5EF4-FFF2-40B4-BE49-F238E27FC236}">
                <a16:creationId xmlns:a16="http://schemas.microsoft.com/office/drawing/2014/main" id="{792A9040-636E-9321-A91B-A68FCE1AA8C3}"/>
              </a:ext>
            </a:extLst>
          </p:cNvPr>
          <p:cNvSpPr>
            <a:spLocks noGrp="1"/>
          </p:cNvSpPr>
          <p:nvPr/>
        </p:nvSpPr>
        <p:spPr>
          <a:xfrm>
            <a:off x="9581083" y="1051560"/>
            <a:ext cx="196596" cy="45720"/>
          </a:xfrm>
          <a:prstGeom prst="rect">
            <a:avLst/>
          </a:prstGeom>
          <a:solidFill>
            <a:srgbClr val="D5DAE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Segmented Rule 50">
            <a:extLst>
              <a:ext uri="{FF2B5EF4-FFF2-40B4-BE49-F238E27FC236}">
                <a16:creationId xmlns:a16="http://schemas.microsoft.com/office/drawing/2014/main" id="{8AE2FB65-DFD8-AC85-2D66-A119206CE560}"/>
              </a:ext>
            </a:extLst>
          </p:cNvPr>
          <p:cNvSpPr>
            <a:spLocks noGrp="1"/>
          </p:cNvSpPr>
          <p:nvPr/>
        </p:nvSpPr>
        <p:spPr>
          <a:xfrm>
            <a:off x="9774022" y="1051560"/>
            <a:ext cx="196596" cy="45720"/>
          </a:xfrm>
          <a:prstGeom prst="rect">
            <a:avLst/>
          </a:prstGeom>
          <a:solidFill>
            <a:srgbClr val="D9DDE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egmented Rule 51">
            <a:extLst>
              <a:ext uri="{FF2B5EF4-FFF2-40B4-BE49-F238E27FC236}">
                <a16:creationId xmlns:a16="http://schemas.microsoft.com/office/drawing/2014/main" id="{50D75099-AD66-D04A-1E46-81B9F344BE37}"/>
              </a:ext>
            </a:extLst>
          </p:cNvPr>
          <p:cNvSpPr>
            <a:spLocks noGrp="1"/>
          </p:cNvSpPr>
          <p:nvPr/>
        </p:nvSpPr>
        <p:spPr>
          <a:xfrm>
            <a:off x="9966960" y="1051560"/>
            <a:ext cx="196596" cy="45720"/>
          </a:xfrm>
          <a:prstGeom prst="rect">
            <a:avLst/>
          </a:prstGeom>
          <a:solidFill>
            <a:srgbClr val="DDE1E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egmented Rule 52">
            <a:extLst>
              <a:ext uri="{FF2B5EF4-FFF2-40B4-BE49-F238E27FC236}">
                <a16:creationId xmlns:a16="http://schemas.microsoft.com/office/drawing/2014/main" id="{1B910C02-CC4E-3C44-1608-651D086F2CDF}"/>
              </a:ext>
            </a:extLst>
          </p:cNvPr>
          <p:cNvSpPr>
            <a:spLocks noGrp="1"/>
          </p:cNvSpPr>
          <p:nvPr/>
        </p:nvSpPr>
        <p:spPr>
          <a:xfrm>
            <a:off x="10159898" y="1051560"/>
            <a:ext cx="196596" cy="45720"/>
          </a:xfrm>
          <a:prstGeom prst="rect">
            <a:avLst/>
          </a:prstGeom>
          <a:solidFill>
            <a:srgbClr val="E1E4E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egmented Rule 53">
            <a:extLst>
              <a:ext uri="{FF2B5EF4-FFF2-40B4-BE49-F238E27FC236}">
                <a16:creationId xmlns:a16="http://schemas.microsoft.com/office/drawing/2014/main" id="{754AE153-6D42-504A-3C87-8431876A7FE1}"/>
              </a:ext>
            </a:extLst>
          </p:cNvPr>
          <p:cNvSpPr>
            <a:spLocks noGrp="1"/>
          </p:cNvSpPr>
          <p:nvPr/>
        </p:nvSpPr>
        <p:spPr>
          <a:xfrm>
            <a:off x="10352837" y="1051560"/>
            <a:ext cx="196596" cy="45720"/>
          </a:xfrm>
          <a:prstGeom prst="rect">
            <a:avLst/>
          </a:prstGeom>
          <a:solidFill>
            <a:srgbClr val="E4E7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egmented Rule 54">
            <a:extLst>
              <a:ext uri="{FF2B5EF4-FFF2-40B4-BE49-F238E27FC236}">
                <a16:creationId xmlns:a16="http://schemas.microsoft.com/office/drawing/2014/main" id="{2EDF4DF7-9A9E-6B18-CDED-424C3503A5F8}"/>
              </a:ext>
            </a:extLst>
          </p:cNvPr>
          <p:cNvSpPr>
            <a:spLocks noGrp="1"/>
          </p:cNvSpPr>
          <p:nvPr/>
        </p:nvSpPr>
        <p:spPr>
          <a:xfrm>
            <a:off x="10545775" y="1051560"/>
            <a:ext cx="196596" cy="45720"/>
          </a:xfrm>
          <a:prstGeom prst="rect">
            <a:avLst/>
          </a:prstGeom>
          <a:solidFill>
            <a:srgbClr val="E8EBE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egmented Rule 55">
            <a:extLst>
              <a:ext uri="{FF2B5EF4-FFF2-40B4-BE49-F238E27FC236}">
                <a16:creationId xmlns:a16="http://schemas.microsoft.com/office/drawing/2014/main" id="{91E10AB7-44C7-49D8-9576-633C79C36875}"/>
              </a:ext>
            </a:extLst>
          </p:cNvPr>
          <p:cNvSpPr>
            <a:spLocks noGrp="1"/>
          </p:cNvSpPr>
          <p:nvPr/>
        </p:nvSpPr>
        <p:spPr>
          <a:xfrm>
            <a:off x="10738714" y="1051560"/>
            <a:ext cx="196596" cy="45720"/>
          </a:xfrm>
          <a:prstGeom prst="rect">
            <a:avLst/>
          </a:prstGeom>
          <a:solidFill>
            <a:srgbClr val="ECEEF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egmented Rule 56">
            <a:extLst>
              <a:ext uri="{FF2B5EF4-FFF2-40B4-BE49-F238E27FC236}">
                <a16:creationId xmlns:a16="http://schemas.microsoft.com/office/drawing/2014/main" id="{266A8087-F62C-DD8D-3CD0-43CC26CBD71A}"/>
              </a:ext>
            </a:extLst>
          </p:cNvPr>
          <p:cNvSpPr>
            <a:spLocks noGrp="1"/>
          </p:cNvSpPr>
          <p:nvPr/>
        </p:nvSpPr>
        <p:spPr>
          <a:xfrm>
            <a:off x="10931652" y="1051560"/>
            <a:ext cx="196596" cy="45720"/>
          </a:xfrm>
          <a:prstGeom prst="rect">
            <a:avLst/>
          </a:prstGeom>
          <a:solidFill>
            <a:srgbClr val="F0F2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egmented Rule 57">
            <a:extLst>
              <a:ext uri="{FF2B5EF4-FFF2-40B4-BE49-F238E27FC236}">
                <a16:creationId xmlns:a16="http://schemas.microsoft.com/office/drawing/2014/main" id="{8EBBA25F-991A-5CBA-75DC-3D83D4AE8A8C}"/>
              </a:ext>
            </a:extLst>
          </p:cNvPr>
          <p:cNvSpPr>
            <a:spLocks noGrp="1"/>
          </p:cNvSpPr>
          <p:nvPr/>
        </p:nvSpPr>
        <p:spPr>
          <a:xfrm>
            <a:off x="11124590" y="1051560"/>
            <a:ext cx="196596" cy="45720"/>
          </a:xfrm>
          <a:prstGeom prst="rect">
            <a:avLst/>
          </a:prstGeom>
          <a:solidFill>
            <a:srgbClr val="F4F5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egmented Rule 58">
            <a:extLst>
              <a:ext uri="{FF2B5EF4-FFF2-40B4-BE49-F238E27FC236}">
                <a16:creationId xmlns:a16="http://schemas.microsoft.com/office/drawing/2014/main" id="{A34C278D-DCFE-4E5B-08F9-1F50318FD66C}"/>
              </a:ext>
            </a:extLst>
          </p:cNvPr>
          <p:cNvSpPr>
            <a:spLocks noGrp="1"/>
          </p:cNvSpPr>
          <p:nvPr/>
        </p:nvSpPr>
        <p:spPr>
          <a:xfrm>
            <a:off x="11317529" y="1051560"/>
            <a:ext cx="196596" cy="45720"/>
          </a:xfrm>
          <a:prstGeom prst="rect">
            <a:avLst/>
          </a:prstGeom>
          <a:solidFill>
            <a:srgbClr val="F7F8F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egmented Rule 59">
            <a:extLst>
              <a:ext uri="{FF2B5EF4-FFF2-40B4-BE49-F238E27FC236}">
                <a16:creationId xmlns:a16="http://schemas.microsoft.com/office/drawing/2014/main" id="{7FBE4355-1697-185F-A80F-43D5D68C6F11}"/>
              </a:ext>
            </a:extLst>
          </p:cNvPr>
          <p:cNvSpPr>
            <a:spLocks noGrp="1"/>
          </p:cNvSpPr>
          <p:nvPr/>
        </p:nvSpPr>
        <p:spPr>
          <a:xfrm>
            <a:off x="11510467" y="1051560"/>
            <a:ext cx="196596" cy="45720"/>
          </a:xfrm>
          <a:prstGeom prst="rect">
            <a:avLst/>
          </a:prstGeom>
          <a:solidFill>
            <a:srgbClr val="FBFCF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egmented Rule 60">
            <a:extLst>
              <a:ext uri="{FF2B5EF4-FFF2-40B4-BE49-F238E27FC236}">
                <a16:creationId xmlns:a16="http://schemas.microsoft.com/office/drawing/2014/main" id="{DC8F1571-46C0-1AD1-94D1-2F1377BC513F}"/>
              </a:ext>
            </a:extLst>
          </p:cNvPr>
          <p:cNvSpPr>
            <a:spLocks noGrp="1"/>
          </p:cNvSpPr>
          <p:nvPr/>
        </p:nvSpPr>
        <p:spPr>
          <a:xfrm>
            <a:off x="11703406" y="1051560"/>
            <a:ext cx="196596" cy="45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A5F16E66-3024-22FD-C57A-5DCC41C11D70}"/>
              </a:ext>
            </a:extLst>
          </p:cNvPr>
          <p:cNvSpPr txBox="1"/>
          <p:nvPr/>
        </p:nvSpPr>
        <p:spPr>
          <a:xfrm>
            <a:off x="8533123" y="3891346"/>
            <a:ext cx="39946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dirty="0"/>
              <a:t>图</a:t>
            </a:r>
            <a:r>
              <a:rPr lang="en-US" altLang="zh-CN" sz="1100" dirty="0"/>
              <a:t>2</a:t>
            </a:r>
            <a:endParaRPr lang="zh-CN" altLang="en-US" sz="1100" dirty="0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5FCF99E5-4FEA-92B3-53A4-18741DB53910}"/>
              </a:ext>
            </a:extLst>
          </p:cNvPr>
          <p:cNvSpPr txBox="1"/>
          <p:nvPr/>
        </p:nvSpPr>
        <p:spPr>
          <a:xfrm>
            <a:off x="868680" y="1747104"/>
            <a:ext cx="394010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2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如果采用随机分散的策略，在组建</a:t>
            </a:r>
            <a:r>
              <a:rPr lang="en-US" altLang="zh-CN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prompt</a:t>
            </a:r>
            <a:r>
              <a:rPr lang="zh-CN" altLang="en-US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抽取程序的时候，高分程序固然容易被抽到，但这样容易导致行为特征类似的程序同时被放到</a:t>
            </a:r>
            <a:r>
              <a:rPr lang="en-US" altLang="zh-CN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prompt</a:t>
            </a:r>
            <a:r>
              <a:rPr lang="zh-CN" altLang="en-US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，难以指引程序进化，容易陷入早熟</a:t>
            </a:r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0F405F44-0575-52DC-AB71-20D381A5BEDF}"/>
              </a:ext>
            </a:extLst>
          </p:cNvPr>
          <p:cNvSpPr txBox="1"/>
          <p:nvPr/>
        </p:nvSpPr>
        <p:spPr>
          <a:xfrm>
            <a:off x="898855" y="2832980"/>
            <a:ext cx="3696005" cy="680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使用聚类的策略，利用不同测试集的测试分数作为标签，一定程度上避免了行为特征高度的程序入</a:t>
            </a:r>
            <a:r>
              <a:rPr lang="en-US" altLang="zh-CN"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prompt</a:t>
            </a:r>
            <a:r>
              <a:rPr lang="zh-CN" altLang="en-US"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，更容易发生杂交，指导进化</a:t>
            </a:r>
          </a:p>
        </p:txBody>
      </p:sp>
      <p:sp>
        <p:nvSpPr>
          <p:cNvPr id="73" name="text">
            <a:extLst>
              <a:ext uri="{FF2B5EF4-FFF2-40B4-BE49-F238E27FC236}">
                <a16:creationId xmlns:a16="http://schemas.microsoft.com/office/drawing/2014/main" id="{1F1D4C8B-B983-8464-144E-538F6979DEBC}"/>
              </a:ext>
            </a:extLst>
          </p:cNvPr>
          <p:cNvSpPr>
            <a:spLocks noGrp="1"/>
          </p:cNvSpPr>
          <p:nvPr/>
        </p:nvSpPr>
        <p:spPr>
          <a:xfrm>
            <a:off x="997153" y="3722649"/>
            <a:ext cx="3536029" cy="772202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同时设置的抽取程序的温度是可变的（利用公式</a:t>
            </a:r>
            <a:r>
              <a:rPr lang="en-US" altLang="zh-CN"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1</a:t>
            </a:r>
            <a:r>
              <a:rPr lang="zh-CN" altLang="en-US" sz="1275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），可以在探索模式和收缩模式之间调整。此外，还通过程序的长短来影响选择的概率，提高短程序被选择的概率，利于规模化</a:t>
            </a:r>
            <a:endParaRPr sz="1275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6EFA62D-0A32-66C2-D444-9C0C31B0C762}"/>
              </a:ext>
            </a:extLst>
          </p:cNvPr>
          <p:cNvSpPr txBox="1"/>
          <p:nvPr/>
        </p:nvSpPr>
        <p:spPr>
          <a:xfrm>
            <a:off x="300823" y="1187029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岛内采取簇的聚类策略</a:t>
            </a:r>
          </a:p>
        </p:txBody>
      </p:sp>
      <p:sp>
        <p:nvSpPr>
          <p:cNvPr id="75" name="callout-box">
            <a:extLst>
              <a:ext uri="{FF2B5EF4-FFF2-40B4-BE49-F238E27FC236}">
                <a16:creationId xmlns:a16="http://schemas.microsoft.com/office/drawing/2014/main" id="{8FE037C8-A94F-89DA-57E8-AF9D0910AC54}"/>
              </a:ext>
            </a:extLst>
          </p:cNvPr>
          <p:cNvSpPr>
            <a:spLocks noGrp="1"/>
          </p:cNvSpPr>
          <p:nvPr/>
        </p:nvSpPr>
        <p:spPr>
          <a:xfrm>
            <a:off x="457352" y="5758839"/>
            <a:ext cx="11277295" cy="640080"/>
          </a:xfrm>
          <a:prstGeom prst="rect">
            <a:avLst/>
          </a:prstGeom>
          <a:solidFill>
            <a:srgbClr val="FFFFFF"/>
          </a:solidFill>
          <a:ln w="11906">
            <a:solidFill>
              <a:srgbClr val="2E5EAA"/>
            </a:solidFill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簇的聚类机制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20D7BBD9-F9FB-72F4-FAAF-AE9CD6AE2BDE}"/>
              </a:ext>
            </a:extLst>
          </p:cNvPr>
          <p:cNvSpPr txBox="1"/>
          <p:nvPr/>
        </p:nvSpPr>
        <p:spPr>
          <a:xfrm>
            <a:off x="6868037" y="1655858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簇中选择程序的策略</a:t>
            </a:r>
          </a:p>
        </p:txBody>
      </p: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39DA9AC1-A1E1-B822-EF4D-0C9D07EA4EB2}"/>
              </a:ext>
            </a:extLst>
          </p:cNvPr>
          <p:cNvCxnSpPr/>
          <p:nvPr/>
        </p:nvCxnSpPr>
        <p:spPr>
          <a:xfrm>
            <a:off x="6601097" y="2307771"/>
            <a:ext cx="43305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9" name="图片 78">
            <a:extLst>
              <a:ext uri="{FF2B5EF4-FFF2-40B4-BE49-F238E27FC236}">
                <a16:creationId xmlns:a16="http://schemas.microsoft.com/office/drawing/2014/main" id="{A6E9CBD2-DC99-914A-AEBE-9B04EF243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6402" y="4713081"/>
            <a:ext cx="4014269" cy="710660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C20288C0-5822-63C2-F9E6-30BF166B43C7}"/>
              </a:ext>
            </a:extLst>
          </p:cNvPr>
          <p:cNvSpPr txBox="1"/>
          <p:nvPr/>
        </p:nvSpPr>
        <p:spPr>
          <a:xfrm>
            <a:off x="486186" y="4883745"/>
            <a:ext cx="2077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经典 </a:t>
            </a:r>
            <a:r>
              <a:rPr lang="en-US" altLang="zh-CN" b="1" dirty="0" err="1">
                <a:solidFill>
                  <a:schemeClr val="accent1">
                    <a:lumMod val="75000"/>
                  </a:schemeClr>
                </a:solidFill>
              </a:rPr>
              <a:t>softmax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公式</a:t>
            </a:r>
          </a:p>
        </p:txBody>
      </p:sp>
    </p:spTree>
    <p:extLst>
      <p:ext uri="{BB962C8B-B14F-4D97-AF65-F5344CB8AC3E}">
        <p14:creationId xmlns:p14="http://schemas.microsoft.com/office/powerpoint/2010/main" val="2607172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marker-1">
            <a:extLst>
              <a:ext uri="{FF2B5EF4-FFF2-40B4-BE49-F238E27FC236}">
                <a16:creationId xmlns:a16="http://schemas.microsoft.com/office/drawing/2014/main" id="{5AD000D6-ADE2-AA3E-C065-2B2359DFB74E}"/>
              </a:ext>
            </a:extLst>
          </p:cNvPr>
          <p:cNvSpPr>
            <a:spLocks noGrp="1"/>
          </p:cNvSpPr>
          <p:nvPr/>
        </p:nvSpPr>
        <p:spPr>
          <a:xfrm>
            <a:off x="320040" y="365760"/>
            <a:ext cx="164592" cy="384048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itle-marker-2">
            <a:extLst>
              <a:ext uri="{FF2B5EF4-FFF2-40B4-BE49-F238E27FC236}">
                <a16:creationId xmlns:a16="http://schemas.microsoft.com/office/drawing/2014/main" id="{D1ADB7E5-BEF2-89EF-27E9-98E542BF880A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73152" cy="384048"/>
          </a:xfrm>
          <a:prstGeom prst="rect">
            <a:avLst/>
          </a:prstGeom>
          <a:solidFill>
            <a:srgbClr val="2E5EA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lide-title">
            <a:extLst>
              <a:ext uri="{FF2B5EF4-FFF2-40B4-BE49-F238E27FC236}">
                <a16:creationId xmlns:a16="http://schemas.microsoft.com/office/drawing/2014/main" id="{CB636E27-BAB8-D116-A27C-A74FB3622EE1}"/>
              </a:ext>
            </a:extLst>
          </p:cNvPr>
          <p:cNvSpPr>
            <a:spLocks noGrp="1"/>
          </p:cNvSpPr>
          <p:nvPr/>
        </p:nvSpPr>
        <p:spPr>
          <a:xfrm>
            <a:off x="868680" y="228600"/>
            <a:ext cx="108813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核心分析</a:t>
            </a:r>
            <a:r>
              <a:rPr lang="en-US" altLang="zh-CN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lang="zh-CN" altLang="en-US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组装好一个</a:t>
            </a:r>
            <a:r>
              <a:rPr lang="en-US" altLang="zh-CN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prompt</a:t>
            </a:r>
            <a:endParaRPr lang="zh-CN" altLang="en-US" sz="24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egmented Rule 01">
            <a:extLst>
              <a:ext uri="{FF2B5EF4-FFF2-40B4-BE49-F238E27FC236}">
                <a16:creationId xmlns:a16="http://schemas.microsoft.com/office/drawing/2014/main" id="{12E87CA6-50AB-0BC2-1E94-9A1601B69CC7}"/>
              </a:ext>
            </a:extLst>
          </p:cNvPr>
          <p:cNvSpPr>
            <a:spLocks noGrp="1"/>
          </p:cNvSpPr>
          <p:nvPr/>
        </p:nvSpPr>
        <p:spPr>
          <a:xfrm>
            <a:off x="320040" y="1051560"/>
            <a:ext cx="196596" cy="4572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egmented Rule 02">
            <a:extLst>
              <a:ext uri="{FF2B5EF4-FFF2-40B4-BE49-F238E27FC236}">
                <a16:creationId xmlns:a16="http://schemas.microsoft.com/office/drawing/2014/main" id="{8F43A75D-9268-6E6B-003C-242A2432FA70}"/>
              </a:ext>
            </a:extLst>
          </p:cNvPr>
          <p:cNvSpPr>
            <a:spLocks noGrp="1"/>
          </p:cNvSpPr>
          <p:nvPr/>
        </p:nvSpPr>
        <p:spPr>
          <a:xfrm>
            <a:off x="512978" y="1051560"/>
            <a:ext cx="196596" cy="45720"/>
          </a:xfrm>
          <a:prstGeom prst="rect">
            <a:avLst/>
          </a:prstGeom>
          <a:solidFill>
            <a:srgbClr val="233B6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egmented Rule 03">
            <a:extLst>
              <a:ext uri="{FF2B5EF4-FFF2-40B4-BE49-F238E27FC236}">
                <a16:creationId xmlns:a16="http://schemas.microsoft.com/office/drawing/2014/main" id="{5D93BB9C-3818-362C-F18C-75EB0666B44C}"/>
              </a:ext>
            </a:extLst>
          </p:cNvPr>
          <p:cNvSpPr>
            <a:spLocks noGrp="1"/>
          </p:cNvSpPr>
          <p:nvPr/>
        </p:nvSpPr>
        <p:spPr>
          <a:xfrm>
            <a:off x="705917" y="1051560"/>
            <a:ext cx="196596" cy="45720"/>
          </a:xfrm>
          <a:prstGeom prst="rect">
            <a:avLst/>
          </a:prstGeom>
          <a:solidFill>
            <a:srgbClr val="273F6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egmented Rule 04">
            <a:extLst>
              <a:ext uri="{FF2B5EF4-FFF2-40B4-BE49-F238E27FC236}">
                <a16:creationId xmlns:a16="http://schemas.microsoft.com/office/drawing/2014/main" id="{A62544D0-5546-9A03-6454-F3A8DE78ED55}"/>
              </a:ext>
            </a:extLst>
          </p:cNvPr>
          <p:cNvSpPr>
            <a:spLocks noGrp="1"/>
          </p:cNvSpPr>
          <p:nvPr/>
        </p:nvSpPr>
        <p:spPr>
          <a:xfrm>
            <a:off x="898855" y="1051560"/>
            <a:ext cx="196596" cy="45720"/>
          </a:xfrm>
          <a:prstGeom prst="rect">
            <a:avLst/>
          </a:prstGeom>
          <a:solidFill>
            <a:srgbClr val="2A426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egmented Rule 05">
            <a:extLst>
              <a:ext uri="{FF2B5EF4-FFF2-40B4-BE49-F238E27FC236}">
                <a16:creationId xmlns:a16="http://schemas.microsoft.com/office/drawing/2014/main" id="{63A59B33-9C88-4543-EA1C-37034D5A35D4}"/>
              </a:ext>
            </a:extLst>
          </p:cNvPr>
          <p:cNvSpPr>
            <a:spLocks noGrp="1"/>
          </p:cNvSpPr>
          <p:nvPr/>
        </p:nvSpPr>
        <p:spPr>
          <a:xfrm>
            <a:off x="1091794" y="1051560"/>
            <a:ext cx="196596" cy="45720"/>
          </a:xfrm>
          <a:prstGeom prst="rect">
            <a:avLst/>
          </a:prstGeom>
          <a:solidFill>
            <a:srgbClr val="2E456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egmented Rule 06">
            <a:extLst>
              <a:ext uri="{FF2B5EF4-FFF2-40B4-BE49-F238E27FC236}">
                <a16:creationId xmlns:a16="http://schemas.microsoft.com/office/drawing/2014/main" id="{23700C08-46EE-1791-4719-F6049C1BABC7}"/>
              </a:ext>
            </a:extLst>
          </p:cNvPr>
          <p:cNvSpPr>
            <a:spLocks noGrp="1"/>
          </p:cNvSpPr>
          <p:nvPr/>
        </p:nvSpPr>
        <p:spPr>
          <a:xfrm>
            <a:off x="1284732" y="1051560"/>
            <a:ext cx="196596" cy="45720"/>
          </a:xfrm>
          <a:prstGeom prst="rect">
            <a:avLst/>
          </a:prstGeom>
          <a:solidFill>
            <a:srgbClr val="32497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egmented Rule 07">
            <a:extLst>
              <a:ext uri="{FF2B5EF4-FFF2-40B4-BE49-F238E27FC236}">
                <a16:creationId xmlns:a16="http://schemas.microsoft.com/office/drawing/2014/main" id="{D6DCF570-E687-DBB1-DFF7-EFE9D349FA49}"/>
              </a:ext>
            </a:extLst>
          </p:cNvPr>
          <p:cNvSpPr>
            <a:spLocks noGrp="1"/>
          </p:cNvSpPr>
          <p:nvPr/>
        </p:nvSpPr>
        <p:spPr>
          <a:xfrm>
            <a:off x="1477670" y="1051560"/>
            <a:ext cx="196596" cy="45720"/>
          </a:xfrm>
          <a:prstGeom prst="rect">
            <a:avLst/>
          </a:prstGeom>
          <a:solidFill>
            <a:srgbClr val="364C7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egmented Rule 08">
            <a:extLst>
              <a:ext uri="{FF2B5EF4-FFF2-40B4-BE49-F238E27FC236}">
                <a16:creationId xmlns:a16="http://schemas.microsoft.com/office/drawing/2014/main" id="{BBFC15DB-732B-4190-CF2D-D9A6D3C36569}"/>
              </a:ext>
            </a:extLst>
          </p:cNvPr>
          <p:cNvSpPr>
            <a:spLocks noGrp="1"/>
          </p:cNvSpPr>
          <p:nvPr/>
        </p:nvSpPr>
        <p:spPr>
          <a:xfrm>
            <a:off x="1670609" y="1051560"/>
            <a:ext cx="196596" cy="45720"/>
          </a:xfrm>
          <a:prstGeom prst="rect">
            <a:avLst/>
          </a:prstGeom>
          <a:solidFill>
            <a:srgbClr val="3A507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egmented Rule 09">
            <a:extLst>
              <a:ext uri="{FF2B5EF4-FFF2-40B4-BE49-F238E27FC236}">
                <a16:creationId xmlns:a16="http://schemas.microsoft.com/office/drawing/2014/main" id="{E8E24D90-8529-81BE-5A17-9A179432759A}"/>
              </a:ext>
            </a:extLst>
          </p:cNvPr>
          <p:cNvSpPr>
            <a:spLocks noGrp="1"/>
          </p:cNvSpPr>
          <p:nvPr/>
        </p:nvSpPr>
        <p:spPr>
          <a:xfrm>
            <a:off x="1863547" y="1051560"/>
            <a:ext cx="196596" cy="45720"/>
          </a:xfrm>
          <a:prstGeom prst="rect">
            <a:avLst/>
          </a:prstGeom>
          <a:solidFill>
            <a:srgbClr val="3D537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egmented Rule 10">
            <a:extLst>
              <a:ext uri="{FF2B5EF4-FFF2-40B4-BE49-F238E27FC236}">
                <a16:creationId xmlns:a16="http://schemas.microsoft.com/office/drawing/2014/main" id="{4CFC902A-ACEF-C7CF-85D7-0E3F0AA6BF9D}"/>
              </a:ext>
            </a:extLst>
          </p:cNvPr>
          <p:cNvSpPr>
            <a:spLocks noGrp="1"/>
          </p:cNvSpPr>
          <p:nvPr/>
        </p:nvSpPr>
        <p:spPr>
          <a:xfrm>
            <a:off x="2056486" y="1051560"/>
            <a:ext cx="196596" cy="45720"/>
          </a:xfrm>
          <a:prstGeom prst="rect">
            <a:avLst/>
          </a:prstGeom>
          <a:solidFill>
            <a:srgbClr val="41567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egmented Rule 11">
            <a:extLst>
              <a:ext uri="{FF2B5EF4-FFF2-40B4-BE49-F238E27FC236}">
                <a16:creationId xmlns:a16="http://schemas.microsoft.com/office/drawing/2014/main" id="{E1CA755E-5335-DA8D-CFF4-BD3539D9408F}"/>
              </a:ext>
            </a:extLst>
          </p:cNvPr>
          <p:cNvSpPr>
            <a:spLocks noGrp="1"/>
          </p:cNvSpPr>
          <p:nvPr/>
        </p:nvSpPr>
        <p:spPr>
          <a:xfrm>
            <a:off x="2249424" y="1051560"/>
            <a:ext cx="196596" cy="45720"/>
          </a:xfrm>
          <a:prstGeom prst="rect">
            <a:avLst/>
          </a:prstGeom>
          <a:solidFill>
            <a:srgbClr val="455A7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egmented Rule 12">
            <a:extLst>
              <a:ext uri="{FF2B5EF4-FFF2-40B4-BE49-F238E27FC236}">
                <a16:creationId xmlns:a16="http://schemas.microsoft.com/office/drawing/2014/main" id="{90C9FFBA-2351-B756-EC15-3DDD2BBE0926}"/>
              </a:ext>
            </a:extLst>
          </p:cNvPr>
          <p:cNvSpPr>
            <a:spLocks noGrp="1"/>
          </p:cNvSpPr>
          <p:nvPr/>
        </p:nvSpPr>
        <p:spPr>
          <a:xfrm>
            <a:off x="2442362" y="1051560"/>
            <a:ext cx="196596" cy="45720"/>
          </a:xfrm>
          <a:prstGeom prst="rect">
            <a:avLst/>
          </a:prstGeom>
          <a:solidFill>
            <a:srgbClr val="495D8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egmented Rule 13">
            <a:extLst>
              <a:ext uri="{FF2B5EF4-FFF2-40B4-BE49-F238E27FC236}">
                <a16:creationId xmlns:a16="http://schemas.microsoft.com/office/drawing/2014/main" id="{0D804F47-4DF7-52C6-B0A3-13E558E78A96}"/>
              </a:ext>
            </a:extLst>
          </p:cNvPr>
          <p:cNvSpPr>
            <a:spLocks noGrp="1"/>
          </p:cNvSpPr>
          <p:nvPr/>
        </p:nvSpPr>
        <p:spPr>
          <a:xfrm>
            <a:off x="2635301" y="1051560"/>
            <a:ext cx="196596" cy="45720"/>
          </a:xfrm>
          <a:prstGeom prst="rect">
            <a:avLst/>
          </a:prstGeom>
          <a:solidFill>
            <a:srgbClr val="4D608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egmented Rule 14">
            <a:extLst>
              <a:ext uri="{FF2B5EF4-FFF2-40B4-BE49-F238E27FC236}">
                <a16:creationId xmlns:a16="http://schemas.microsoft.com/office/drawing/2014/main" id="{AA6BF4AF-CB3B-A80D-FF3B-3473B8460CBE}"/>
              </a:ext>
            </a:extLst>
          </p:cNvPr>
          <p:cNvSpPr>
            <a:spLocks noGrp="1"/>
          </p:cNvSpPr>
          <p:nvPr/>
        </p:nvSpPr>
        <p:spPr>
          <a:xfrm>
            <a:off x="2828239" y="1051560"/>
            <a:ext cx="196596" cy="45720"/>
          </a:xfrm>
          <a:prstGeom prst="rect">
            <a:avLst/>
          </a:prstGeom>
          <a:solidFill>
            <a:srgbClr val="50648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egmented Rule 15">
            <a:extLst>
              <a:ext uri="{FF2B5EF4-FFF2-40B4-BE49-F238E27FC236}">
                <a16:creationId xmlns:a16="http://schemas.microsoft.com/office/drawing/2014/main" id="{532AB5CF-5639-3376-50EC-49F6510C9CF2}"/>
              </a:ext>
            </a:extLst>
          </p:cNvPr>
          <p:cNvSpPr>
            <a:spLocks noGrp="1"/>
          </p:cNvSpPr>
          <p:nvPr/>
        </p:nvSpPr>
        <p:spPr>
          <a:xfrm>
            <a:off x="3021178" y="1051560"/>
            <a:ext cx="196596" cy="45720"/>
          </a:xfrm>
          <a:prstGeom prst="rect">
            <a:avLst/>
          </a:prstGeom>
          <a:solidFill>
            <a:srgbClr val="54678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egmented Rule 16">
            <a:extLst>
              <a:ext uri="{FF2B5EF4-FFF2-40B4-BE49-F238E27FC236}">
                <a16:creationId xmlns:a16="http://schemas.microsoft.com/office/drawing/2014/main" id="{E9265319-1CA0-6291-B3C6-43111A8EC801}"/>
              </a:ext>
            </a:extLst>
          </p:cNvPr>
          <p:cNvSpPr>
            <a:spLocks noGrp="1"/>
          </p:cNvSpPr>
          <p:nvPr/>
        </p:nvSpPr>
        <p:spPr>
          <a:xfrm>
            <a:off x="3214116" y="1051560"/>
            <a:ext cx="196596" cy="45720"/>
          </a:xfrm>
          <a:prstGeom prst="rect">
            <a:avLst/>
          </a:prstGeom>
          <a:solidFill>
            <a:srgbClr val="586B8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egmented Rule 17">
            <a:extLst>
              <a:ext uri="{FF2B5EF4-FFF2-40B4-BE49-F238E27FC236}">
                <a16:creationId xmlns:a16="http://schemas.microsoft.com/office/drawing/2014/main" id="{F2E43130-3602-A946-8644-245C797ECD1C}"/>
              </a:ext>
            </a:extLst>
          </p:cNvPr>
          <p:cNvSpPr>
            <a:spLocks noGrp="1"/>
          </p:cNvSpPr>
          <p:nvPr/>
        </p:nvSpPr>
        <p:spPr>
          <a:xfrm>
            <a:off x="3407054" y="1051560"/>
            <a:ext cx="196596" cy="45720"/>
          </a:xfrm>
          <a:prstGeom prst="rect">
            <a:avLst/>
          </a:prstGeom>
          <a:solidFill>
            <a:srgbClr val="5C6E8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egmented Rule 18">
            <a:extLst>
              <a:ext uri="{FF2B5EF4-FFF2-40B4-BE49-F238E27FC236}">
                <a16:creationId xmlns:a16="http://schemas.microsoft.com/office/drawing/2014/main" id="{29243228-55B9-85ED-83F2-4C86BB5CC061}"/>
              </a:ext>
            </a:extLst>
          </p:cNvPr>
          <p:cNvSpPr>
            <a:spLocks noGrp="1"/>
          </p:cNvSpPr>
          <p:nvPr/>
        </p:nvSpPr>
        <p:spPr>
          <a:xfrm>
            <a:off x="3599993" y="1051560"/>
            <a:ext cx="196596" cy="45720"/>
          </a:xfrm>
          <a:prstGeom prst="rect">
            <a:avLst/>
          </a:prstGeom>
          <a:solidFill>
            <a:srgbClr val="60719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egmented Rule 19">
            <a:extLst>
              <a:ext uri="{FF2B5EF4-FFF2-40B4-BE49-F238E27FC236}">
                <a16:creationId xmlns:a16="http://schemas.microsoft.com/office/drawing/2014/main" id="{4E16DC4F-5BB9-1493-8B7F-A4FC5C1EF679}"/>
              </a:ext>
            </a:extLst>
          </p:cNvPr>
          <p:cNvSpPr>
            <a:spLocks noGrp="1"/>
          </p:cNvSpPr>
          <p:nvPr/>
        </p:nvSpPr>
        <p:spPr>
          <a:xfrm>
            <a:off x="3792931" y="1051560"/>
            <a:ext cx="196596" cy="45720"/>
          </a:xfrm>
          <a:prstGeom prst="rect">
            <a:avLst/>
          </a:prstGeom>
          <a:solidFill>
            <a:srgbClr val="63759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egmented Rule 20">
            <a:extLst>
              <a:ext uri="{FF2B5EF4-FFF2-40B4-BE49-F238E27FC236}">
                <a16:creationId xmlns:a16="http://schemas.microsoft.com/office/drawing/2014/main" id="{407BA933-C5C3-45D3-C73F-D6285E739791}"/>
              </a:ext>
            </a:extLst>
          </p:cNvPr>
          <p:cNvSpPr>
            <a:spLocks noGrp="1"/>
          </p:cNvSpPr>
          <p:nvPr/>
        </p:nvSpPr>
        <p:spPr>
          <a:xfrm>
            <a:off x="3985870" y="1051560"/>
            <a:ext cx="196596" cy="45720"/>
          </a:xfrm>
          <a:prstGeom prst="rect">
            <a:avLst/>
          </a:prstGeom>
          <a:solidFill>
            <a:srgbClr val="67789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egmented Rule 21">
            <a:extLst>
              <a:ext uri="{FF2B5EF4-FFF2-40B4-BE49-F238E27FC236}">
                <a16:creationId xmlns:a16="http://schemas.microsoft.com/office/drawing/2014/main" id="{4AA1303A-209D-DE34-C945-4FA6BB49507E}"/>
              </a:ext>
            </a:extLst>
          </p:cNvPr>
          <p:cNvSpPr>
            <a:spLocks noGrp="1"/>
          </p:cNvSpPr>
          <p:nvPr/>
        </p:nvSpPr>
        <p:spPr>
          <a:xfrm>
            <a:off x="4178808" y="1051560"/>
            <a:ext cx="196596" cy="45720"/>
          </a:xfrm>
          <a:prstGeom prst="rect">
            <a:avLst/>
          </a:prstGeom>
          <a:solidFill>
            <a:srgbClr val="6B7B9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egmented Rule 22">
            <a:extLst>
              <a:ext uri="{FF2B5EF4-FFF2-40B4-BE49-F238E27FC236}">
                <a16:creationId xmlns:a16="http://schemas.microsoft.com/office/drawing/2014/main" id="{FA5F7B93-7F09-71C7-42C4-CAB2887C29B3}"/>
              </a:ext>
            </a:extLst>
          </p:cNvPr>
          <p:cNvSpPr>
            <a:spLocks noGrp="1"/>
          </p:cNvSpPr>
          <p:nvPr/>
        </p:nvSpPr>
        <p:spPr>
          <a:xfrm>
            <a:off x="4371746" y="1051560"/>
            <a:ext cx="196596" cy="45720"/>
          </a:xfrm>
          <a:prstGeom prst="rect">
            <a:avLst/>
          </a:prstGeom>
          <a:solidFill>
            <a:srgbClr val="6F7F9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egmented Rule 23">
            <a:extLst>
              <a:ext uri="{FF2B5EF4-FFF2-40B4-BE49-F238E27FC236}">
                <a16:creationId xmlns:a16="http://schemas.microsoft.com/office/drawing/2014/main" id="{728C715D-CC9B-8793-AC25-40AA61B88DEB}"/>
              </a:ext>
            </a:extLst>
          </p:cNvPr>
          <p:cNvSpPr>
            <a:spLocks noGrp="1"/>
          </p:cNvSpPr>
          <p:nvPr/>
        </p:nvSpPr>
        <p:spPr>
          <a:xfrm>
            <a:off x="4564685" y="1051560"/>
            <a:ext cx="196596" cy="45720"/>
          </a:xfrm>
          <a:prstGeom prst="rect">
            <a:avLst/>
          </a:prstGeom>
          <a:solidFill>
            <a:srgbClr val="73829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egmented Rule 24">
            <a:extLst>
              <a:ext uri="{FF2B5EF4-FFF2-40B4-BE49-F238E27FC236}">
                <a16:creationId xmlns:a16="http://schemas.microsoft.com/office/drawing/2014/main" id="{43C3D1D9-E6EA-C51D-7F87-B039E6D4CBA7}"/>
              </a:ext>
            </a:extLst>
          </p:cNvPr>
          <p:cNvSpPr>
            <a:spLocks noGrp="1"/>
          </p:cNvSpPr>
          <p:nvPr/>
        </p:nvSpPr>
        <p:spPr>
          <a:xfrm>
            <a:off x="4757623" y="1051560"/>
            <a:ext cx="196596" cy="45720"/>
          </a:xfrm>
          <a:prstGeom prst="rect">
            <a:avLst/>
          </a:prstGeom>
          <a:solidFill>
            <a:srgbClr val="7686A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egmented Rule 25">
            <a:extLst>
              <a:ext uri="{FF2B5EF4-FFF2-40B4-BE49-F238E27FC236}">
                <a16:creationId xmlns:a16="http://schemas.microsoft.com/office/drawing/2014/main" id="{A49F4FAD-4812-BE45-8BAE-37A3D19E8761}"/>
              </a:ext>
            </a:extLst>
          </p:cNvPr>
          <p:cNvSpPr>
            <a:spLocks noGrp="1"/>
          </p:cNvSpPr>
          <p:nvPr/>
        </p:nvSpPr>
        <p:spPr>
          <a:xfrm>
            <a:off x="4950562" y="1051560"/>
            <a:ext cx="196596" cy="45720"/>
          </a:xfrm>
          <a:prstGeom prst="rect">
            <a:avLst/>
          </a:prstGeom>
          <a:solidFill>
            <a:srgbClr val="7A89A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egmented Rule 26">
            <a:extLst>
              <a:ext uri="{FF2B5EF4-FFF2-40B4-BE49-F238E27FC236}">
                <a16:creationId xmlns:a16="http://schemas.microsoft.com/office/drawing/2014/main" id="{E12AA828-216C-4F0C-F735-C8E3ACE975D9}"/>
              </a:ext>
            </a:extLst>
          </p:cNvPr>
          <p:cNvSpPr>
            <a:spLocks noGrp="1"/>
          </p:cNvSpPr>
          <p:nvPr/>
        </p:nvSpPr>
        <p:spPr>
          <a:xfrm>
            <a:off x="5143500" y="1051560"/>
            <a:ext cx="196596" cy="45720"/>
          </a:xfrm>
          <a:prstGeom prst="rect">
            <a:avLst/>
          </a:prstGeom>
          <a:solidFill>
            <a:srgbClr val="7E8CA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egmented Rule 27">
            <a:extLst>
              <a:ext uri="{FF2B5EF4-FFF2-40B4-BE49-F238E27FC236}">
                <a16:creationId xmlns:a16="http://schemas.microsoft.com/office/drawing/2014/main" id="{9D03B1A6-C6E9-328E-8A50-72BD9F2EB4F2}"/>
              </a:ext>
            </a:extLst>
          </p:cNvPr>
          <p:cNvSpPr>
            <a:spLocks noGrp="1"/>
          </p:cNvSpPr>
          <p:nvPr/>
        </p:nvSpPr>
        <p:spPr>
          <a:xfrm>
            <a:off x="5336438" y="1051560"/>
            <a:ext cx="196596" cy="45720"/>
          </a:xfrm>
          <a:prstGeom prst="rect">
            <a:avLst/>
          </a:prstGeom>
          <a:solidFill>
            <a:srgbClr val="8290A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egmented Rule 28">
            <a:extLst>
              <a:ext uri="{FF2B5EF4-FFF2-40B4-BE49-F238E27FC236}">
                <a16:creationId xmlns:a16="http://schemas.microsoft.com/office/drawing/2014/main" id="{15F4439D-993F-3A7C-A5D1-DC533F80584B}"/>
              </a:ext>
            </a:extLst>
          </p:cNvPr>
          <p:cNvSpPr>
            <a:spLocks noGrp="1"/>
          </p:cNvSpPr>
          <p:nvPr/>
        </p:nvSpPr>
        <p:spPr>
          <a:xfrm>
            <a:off x="5529377" y="1051560"/>
            <a:ext cx="196596" cy="45720"/>
          </a:xfrm>
          <a:prstGeom prst="rect">
            <a:avLst/>
          </a:prstGeom>
          <a:solidFill>
            <a:srgbClr val="8693A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egmented Rule 29">
            <a:extLst>
              <a:ext uri="{FF2B5EF4-FFF2-40B4-BE49-F238E27FC236}">
                <a16:creationId xmlns:a16="http://schemas.microsoft.com/office/drawing/2014/main" id="{E29CC897-DDA3-05E3-7A34-400CFE70885C}"/>
              </a:ext>
            </a:extLst>
          </p:cNvPr>
          <p:cNvSpPr>
            <a:spLocks noGrp="1"/>
          </p:cNvSpPr>
          <p:nvPr/>
        </p:nvSpPr>
        <p:spPr>
          <a:xfrm>
            <a:off x="5722315" y="1051560"/>
            <a:ext cx="196596" cy="45720"/>
          </a:xfrm>
          <a:prstGeom prst="rect">
            <a:avLst/>
          </a:prstGeom>
          <a:solidFill>
            <a:srgbClr val="8996A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egmented Rule 30">
            <a:extLst>
              <a:ext uri="{FF2B5EF4-FFF2-40B4-BE49-F238E27FC236}">
                <a16:creationId xmlns:a16="http://schemas.microsoft.com/office/drawing/2014/main" id="{1C1825C5-9088-176E-3B8C-DF6A903F0FBB}"/>
              </a:ext>
            </a:extLst>
          </p:cNvPr>
          <p:cNvSpPr>
            <a:spLocks noGrp="1"/>
          </p:cNvSpPr>
          <p:nvPr/>
        </p:nvSpPr>
        <p:spPr>
          <a:xfrm>
            <a:off x="5915254" y="1051560"/>
            <a:ext cx="196596" cy="45720"/>
          </a:xfrm>
          <a:prstGeom prst="rect">
            <a:avLst/>
          </a:prstGeom>
          <a:solidFill>
            <a:srgbClr val="8D9AB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egmented Rule 31">
            <a:extLst>
              <a:ext uri="{FF2B5EF4-FFF2-40B4-BE49-F238E27FC236}">
                <a16:creationId xmlns:a16="http://schemas.microsoft.com/office/drawing/2014/main" id="{ED7CA953-B1AD-0CD5-B320-CE0B5D69AEE0}"/>
              </a:ext>
            </a:extLst>
          </p:cNvPr>
          <p:cNvSpPr>
            <a:spLocks noGrp="1"/>
          </p:cNvSpPr>
          <p:nvPr/>
        </p:nvSpPr>
        <p:spPr>
          <a:xfrm>
            <a:off x="6108192" y="1051560"/>
            <a:ext cx="196596" cy="45720"/>
          </a:xfrm>
          <a:prstGeom prst="rect">
            <a:avLst/>
          </a:prstGeom>
          <a:solidFill>
            <a:srgbClr val="919DB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egmented Rule 32">
            <a:extLst>
              <a:ext uri="{FF2B5EF4-FFF2-40B4-BE49-F238E27FC236}">
                <a16:creationId xmlns:a16="http://schemas.microsoft.com/office/drawing/2014/main" id="{CE4160DF-37FA-4913-F879-411BDF138240}"/>
              </a:ext>
            </a:extLst>
          </p:cNvPr>
          <p:cNvSpPr>
            <a:spLocks noGrp="1"/>
          </p:cNvSpPr>
          <p:nvPr/>
        </p:nvSpPr>
        <p:spPr>
          <a:xfrm>
            <a:off x="6301130" y="1051560"/>
            <a:ext cx="196596" cy="45720"/>
          </a:xfrm>
          <a:prstGeom prst="rect">
            <a:avLst/>
          </a:prstGeom>
          <a:solidFill>
            <a:srgbClr val="95A1B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egmented Rule 33">
            <a:extLst>
              <a:ext uri="{FF2B5EF4-FFF2-40B4-BE49-F238E27FC236}">
                <a16:creationId xmlns:a16="http://schemas.microsoft.com/office/drawing/2014/main" id="{E946B76D-A4E8-2ADE-C6C5-A38FEC0655C7}"/>
              </a:ext>
            </a:extLst>
          </p:cNvPr>
          <p:cNvSpPr>
            <a:spLocks noGrp="1"/>
          </p:cNvSpPr>
          <p:nvPr/>
        </p:nvSpPr>
        <p:spPr>
          <a:xfrm>
            <a:off x="6494069" y="1051560"/>
            <a:ext cx="196596" cy="45720"/>
          </a:xfrm>
          <a:prstGeom prst="rect">
            <a:avLst/>
          </a:prstGeom>
          <a:solidFill>
            <a:srgbClr val="98A4B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egmented Rule 34">
            <a:extLst>
              <a:ext uri="{FF2B5EF4-FFF2-40B4-BE49-F238E27FC236}">
                <a16:creationId xmlns:a16="http://schemas.microsoft.com/office/drawing/2014/main" id="{D8AE888A-5019-5513-4D65-243C44139739}"/>
              </a:ext>
            </a:extLst>
          </p:cNvPr>
          <p:cNvSpPr>
            <a:spLocks noGrp="1"/>
          </p:cNvSpPr>
          <p:nvPr/>
        </p:nvSpPr>
        <p:spPr>
          <a:xfrm>
            <a:off x="6687007" y="1051560"/>
            <a:ext cx="196596" cy="45720"/>
          </a:xfrm>
          <a:prstGeom prst="rect">
            <a:avLst/>
          </a:prstGeom>
          <a:solidFill>
            <a:srgbClr val="9CA7B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egmented Rule 35">
            <a:extLst>
              <a:ext uri="{FF2B5EF4-FFF2-40B4-BE49-F238E27FC236}">
                <a16:creationId xmlns:a16="http://schemas.microsoft.com/office/drawing/2014/main" id="{4DFEED00-4CCB-7523-2E94-09569705DFA4}"/>
              </a:ext>
            </a:extLst>
          </p:cNvPr>
          <p:cNvSpPr>
            <a:spLocks noGrp="1"/>
          </p:cNvSpPr>
          <p:nvPr/>
        </p:nvSpPr>
        <p:spPr>
          <a:xfrm>
            <a:off x="6879946" y="1051560"/>
            <a:ext cx="196596" cy="45720"/>
          </a:xfrm>
          <a:prstGeom prst="rect">
            <a:avLst/>
          </a:prstGeom>
          <a:solidFill>
            <a:srgbClr val="A0ABB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egmented Rule 36">
            <a:extLst>
              <a:ext uri="{FF2B5EF4-FFF2-40B4-BE49-F238E27FC236}">
                <a16:creationId xmlns:a16="http://schemas.microsoft.com/office/drawing/2014/main" id="{89755C0C-A1E1-40A1-40CC-136C34002F9B}"/>
              </a:ext>
            </a:extLst>
          </p:cNvPr>
          <p:cNvSpPr>
            <a:spLocks noGrp="1"/>
          </p:cNvSpPr>
          <p:nvPr/>
        </p:nvSpPr>
        <p:spPr>
          <a:xfrm>
            <a:off x="7072884" y="1051560"/>
            <a:ext cx="196596" cy="45720"/>
          </a:xfrm>
          <a:prstGeom prst="rect">
            <a:avLst/>
          </a:prstGeom>
          <a:solidFill>
            <a:srgbClr val="A4AEC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egmented Rule 37">
            <a:extLst>
              <a:ext uri="{FF2B5EF4-FFF2-40B4-BE49-F238E27FC236}">
                <a16:creationId xmlns:a16="http://schemas.microsoft.com/office/drawing/2014/main" id="{9A3BB3A4-550D-CFAB-8DC8-CA6FE36D8FDE}"/>
              </a:ext>
            </a:extLst>
          </p:cNvPr>
          <p:cNvSpPr>
            <a:spLocks noGrp="1"/>
          </p:cNvSpPr>
          <p:nvPr/>
        </p:nvSpPr>
        <p:spPr>
          <a:xfrm>
            <a:off x="7265822" y="1051560"/>
            <a:ext cx="196596" cy="45720"/>
          </a:xfrm>
          <a:prstGeom prst="rect">
            <a:avLst/>
          </a:prstGeom>
          <a:solidFill>
            <a:srgbClr val="A8B1C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egmented Rule 38">
            <a:extLst>
              <a:ext uri="{FF2B5EF4-FFF2-40B4-BE49-F238E27FC236}">
                <a16:creationId xmlns:a16="http://schemas.microsoft.com/office/drawing/2014/main" id="{60148EB8-6548-E9E8-2F29-D69DE99DE45A}"/>
              </a:ext>
            </a:extLst>
          </p:cNvPr>
          <p:cNvSpPr>
            <a:spLocks noGrp="1"/>
          </p:cNvSpPr>
          <p:nvPr/>
        </p:nvSpPr>
        <p:spPr>
          <a:xfrm>
            <a:off x="7458761" y="1051560"/>
            <a:ext cx="196596" cy="45720"/>
          </a:xfrm>
          <a:prstGeom prst="rect">
            <a:avLst/>
          </a:prstGeom>
          <a:solidFill>
            <a:srgbClr val="ABB5C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egmented Rule 39">
            <a:extLst>
              <a:ext uri="{FF2B5EF4-FFF2-40B4-BE49-F238E27FC236}">
                <a16:creationId xmlns:a16="http://schemas.microsoft.com/office/drawing/2014/main" id="{C9CC4761-4E28-08EF-2944-FB6EC77FAAA2}"/>
              </a:ext>
            </a:extLst>
          </p:cNvPr>
          <p:cNvSpPr>
            <a:spLocks noGrp="1"/>
          </p:cNvSpPr>
          <p:nvPr/>
        </p:nvSpPr>
        <p:spPr>
          <a:xfrm>
            <a:off x="7651699" y="1051560"/>
            <a:ext cx="196596" cy="45720"/>
          </a:xfrm>
          <a:prstGeom prst="rect">
            <a:avLst/>
          </a:prstGeom>
          <a:solidFill>
            <a:srgbClr val="AFB8C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egmented Rule 40">
            <a:extLst>
              <a:ext uri="{FF2B5EF4-FFF2-40B4-BE49-F238E27FC236}">
                <a16:creationId xmlns:a16="http://schemas.microsoft.com/office/drawing/2014/main" id="{3B06DFB8-00A7-3337-F2B0-CB69FE9AAD15}"/>
              </a:ext>
            </a:extLst>
          </p:cNvPr>
          <p:cNvSpPr>
            <a:spLocks noGrp="1"/>
          </p:cNvSpPr>
          <p:nvPr/>
        </p:nvSpPr>
        <p:spPr>
          <a:xfrm>
            <a:off x="7844638" y="1051560"/>
            <a:ext cx="196596" cy="45720"/>
          </a:xfrm>
          <a:prstGeom prst="rect">
            <a:avLst/>
          </a:prstGeom>
          <a:solidFill>
            <a:srgbClr val="B3BCC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egmented Rule 41">
            <a:extLst>
              <a:ext uri="{FF2B5EF4-FFF2-40B4-BE49-F238E27FC236}">
                <a16:creationId xmlns:a16="http://schemas.microsoft.com/office/drawing/2014/main" id="{0F147A17-D1FD-91E9-CEB2-EB4E4803ABDD}"/>
              </a:ext>
            </a:extLst>
          </p:cNvPr>
          <p:cNvSpPr>
            <a:spLocks noGrp="1"/>
          </p:cNvSpPr>
          <p:nvPr/>
        </p:nvSpPr>
        <p:spPr>
          <a:xfrm>
            <a:off x="8037576" y="1051560"/>
            <a:ext cx="196596" cy="45720"/>
          </a:xfrm>
          <a:prstGeom prst="rect">
            <a:avLst/>
          </a:prstGeom>
          <a:solidFill>
            <a:srgbClr val="B7BFC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egmented Rule 42">
            <a:extLst>
              <a:ext uri="{FF2B5EF4-FFF2-40B4-BE49-F238E27FC236}">
                <a16:creationId xmlns:a16="http://schemas.microsoft.com/office/drawing/2014/main" id="{46D55DE9-BB0F-5566-2881-416DBA29CC31}"/>
              </a:ext>
            </a:extLst>
          </p:cNvPr>
          <p:cNvSpPr>
            <a:spLocks noGrp="1"/>
          </p:cNvSpPr>
          <p:nvPr/>
        </p:nvSpPr>
        <p:spPr>
          <a:xfrm>
            <a:off x="8230514" y="1051560"/>
            <a:ext cx="196596" cy="45720"/>
          </a:xfrm>
          <a:prstGeom prst="rect">
            <a:avLst/>
          </a:prstGeom>
          <a:solidFill>
            <a:srgbClr val="BBC2D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egmented Rule 43">
            <a:extLst>
              <a:ext uri="{FF2B5EF4-FFF2-40B4-BE49-F238E27FC236}">
                <a16:creationId xmlns:a16="http://schemas.microsoft.com/office/drawing/2014/main" id="{4646489F-80D3-0FDA-6CA6-AA2B155D6145}"/>
              </a:ext>
            </a:extLst>
          </p:cNvPr>
          <p:cNvSpPr>
            <a:spLocks noGrp="1"/>
          </p:cNvSpPr>
          <p:nvPr/>
        </p:nvSpPr>
        <p:spPr>
          <a:xfrm>
            <a:off x="8423453" y="1051560"/>
            <a:ext cx="196596" cy="45720"/>
          </a:xfrm>
          <a:prstGeom prst="rect">
            <a:avLst/>
          </a:prstGeom>
          <a:solidFill>
            <a:srgbClr val="BEC6D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egmented Rule 44">
            <a:extLst>
              <a:ext uri="{FF2B5EF4-FFF2-40B4-BE49-F238E27FC236}">
                <a16:creationId xmlns:a16="http://schemas.microsoft.com/office/drawing/2014/main" id="{58CFBD4F-E379-DBEC-27E1-A6E682322F48}"/>
              </a:ext>
            </a:extLst>
          </p:cNvPr>
          <p:cNvSpPr>
            <a:spLocks noGrp="1"/>
          </p:cNvSpPr>
          <p:nvPr/>
        </p:nvSpPr>
        <p:spPr>
          <a:xfrm>
            <a:off x="8616391" y="1051560"/>
            <a:ext cx="196596" cy="45720"/>
          </a:xfrm>
          <a:prstGeom prst="rect">
            <a:avLst/>
          </a:prstGeom>
          <a:solidFill>
            <a:srgbClr val="C2C9D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egmented Rule 45">
            <a:extLst>
              <a:ext uri="{FF2B5EF4-FFF2-40B4-BE49-F238E27FC236}">
                <a16:creationId xmlns:a16="http://schemas.microsoft.com/office/drawing/2014/main" id="{D63A14F7-FCA8-4C89-6469-649BAD208A92}"/>
              </a:ext>
            </a:extLst>
          </p:cNvPr>
          <p:cNvSpPr>
            <a:spLocks noGrp="1"/>
          </p:cNvSpPr>
          <p:nvPr/>
        </p:nvSpPr>
        <p:spPr>
          <a:xfrm>
            <a:off x="8809330" y="1051560"/>
            <a:ext cx="196596" cy="45720"/>
          </a:xfrm>
          <a:prstGeom prst="rect">
            <a:avLst/>
          </a:prstGeom>
          <a:solidFill>
            <a:srgbClr val="C6CCD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egmented Rule 46">
            <a:extLst>
              <a:ext uri="{FF2B5EF4-FFF2-40B4-BE49-F238E27FC236}">
                <a16:creationId xmlns:a16="http://schemas.microsoft.com/office/drawing/2014/main" id="{3AEACFB8-D52F-6C01-5347-B879BED4092F}"/>
              </a:ext>
            </a:extLst>
          </p:cNvPr>
          <p:cNvSpPr>
            <a:spLocks noGrp="1"/>
          </p:cNvSpPr>
          <p:nvPr/>
        </p:nvSpPr>
        <p:spPr>
          <a:xfrm>
            <a:off x="9002268" y="1051560"/>
            <a:ext cx="196596" cy="45720"/>
          </a:xfrm>
          <a:prstGeom prst="rect">
            <a:avLst/>
          </a:prstGeom>
          <a:solidFill>
            <a:srgbClr val="CAD0D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egmented Rule 47">
            <a:extLst>
              <a:ext uri="{FF2B5EF4-FFF2-40B4-BE49-F238E27FC236}">
                <a16:creationId xmlns:a16="http://schemas.microsoft.com/office/drawing/2014/main" id="{21FB50FF-E1DB-DA9B-74C3-05764B318787}"/>
              </a:ext>
            </a:extLst>
          </p:cNvPr>
          <p:cNvSpPr>
            <a:spLocks noGrp="1"/>
          </p:cNvSpPr>
          <p:nvPr/>
        </p:nvSpPr>
        <p:spPr>
          <a:xfrm>
            <a:off x="9195206" y="1051560"/>
            <a:ext cx="196596" cy="45720"/>
          </a:xfrm>
          <a:prstGeom prst="rect">
            <a:avLst/>
          </a:prstGeom>
          <a:solidFill>
            <a:srgbClr val="CED3D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Segmented Rule 48">
            <a:extLst>
              <a:ext uri="{FF2B5EF4-FFF2-40B4-BE49-F238E27FC236}">
                <a16:creationId xmlns:a16="http://schemas.microsoft.com/office/drawing/2014/main" id="{B99ABE2C-FD9A-2737-F714-5FFB9D716F35}"/>
              </a:ext>
            </a:extLst>
          </p:cNvPr>
          <p:cNvSpPr>
            <a:spLocks noGrp="1"/>
          </p:cNvSpPr>
          <p:nvPr/>
        </p:nvSpPr>
        <p:spPr>
          <a:xfrm>
            <a:off x="9388145" y="1051560"/>
            <a:ext cx="196596" cy="45720"/>
          </a:xfrm>
          <a:prstGeom prst="rect">
            <a:avLst/>
          </a:prstGeom>
          <a:solidFill>
            <a:srgbClr val="D1D7D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egmented Rule 49">
            <a:extLst>
              <a:ext uri="{FF2B5EF4-FFF2-40B4-BE49-F238E27FC236}">
                <a16:creationId xmlns:a16="http://schemas.microsoft.com/office/drawing/2014/main" id="{9D0F3E84-58C2-9433-1814-9EFE82876929}"/>
              </a:ext>
            </a:extLst>
          </p:cNvPr>
          <p:cNvSpPr>
            <a:spLocks noGrp="1"/>
          </p:cNvSpPr>
          <p:nvPr/>
        </p:nvSpPr>
        <p:spPr>
          <a:xfrm>
            <a:off x="9581083" y="1051560"/>
            <a:ext cx="196596" cy="45720"/>
          </a:xfrm>
          <a:prstGeom prst="rect">
            <a:avLst/>
          </a:prstGeom>
          <a:solidFill>
            <a:srgbClr val="D5DAE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Segmented Rule 50">
            <a:extLst>
              <a:ext uri="{FF2B5EF4-FFF2-40B4-BE49-F238E27FC236}">
                <a16:creationId xmlns:a16="http://schemas.microsoft.com/office/drawing/2014/main" id="{C0AA5204-B840-A34A-E9B8-65B8B4EBE457}"/>
              </a:ext>
            </a:extLst>
          </p:cNvPr>
          <p:cNvSpPr>
            <a:spLocks noGrp="1"/>
          </p:cNvSpPr>
          <p:nvPr/>
        </p:nvSpPr>
        <p:spPr>
          <a:xfrm>
            <a:off x="9774022" y="1051560"/>
            <a:ext cx="196596" cy="45720"/>
          </a:xfrm>
          <a:prstGeom prst="rect">
            <a:avLst/>
          </a:prstGeom>
          <a:solidFill>
            <a:srgbClr val="D9DDE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egmented Rule 51">
            <a:extLst>
              <a:ext uri="{FF2B5EF4-FFF2-40B4-BE49-F238E27FC236}">
                <a16:creationId xmlns:a16="http://schemas.microsoft.com/office/drawing/2014/main" id="{225507F9-AF73-9964-E16F-A3C71EA841F1}"/>
              </a:ext>
            </a:extLst>
          </p:cNvPr>
          <p:cNvSpPr>
            <a:spLocks noGrp="1"/>
          </p:cNvSpPr>
          <p:nvPr/>
        </p:nvSpPr>
        <p:spPr>
          <a:xfrm>
            <a:off x="9966960" y="1051560"/>
            <a:ext cx="196596" cy="45720"/>
          </a:xfrm>
          <a:prstGeom prst="rect">
            <a:avLst/>
          </a:prstGeom>
          <a:solidFill>
            <a:srgbClr val="DDE1E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Segmented Rule 52">
            <a:extLst>
              <a:ext uri="{FF2B5EF4-FFF2-40B4-BE49-F238E27FC236}">
                <a16:creationId xmlns:a16="http://schemas.microsoft.com/office/drawing/2014/main" id="{6375778C-9C03-7936-588F-23B37B513BD7}"/>
              </a:ext>
            </a:extLst>
          </p:cNvPr>
          <p:cNvSpPr>
            <a:spLocks noGrp="1"/>
          </p:cNvSpPr>
          <p:nvPr/>
        </p:nvSpPr>
        <p:spPr>
          <a:xfrm>
            <a:off x="10159898" y="1051560"/>
            <a:ext cx="196596" cy="45720"/>
          </a:xfrm>
          <a:prstGeom prst="rect">
            <a:avLst/>
          </a:prstGeom>
          <a:solidFill>
            <a:srgbClr val="E1E4E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Segmented Rule 53">
            <a:extLst>
              <a:ext uri="{FF2B5EF4-FFF2-40B4-BE49-F238E27FC236}">
                <a16:creationId xmlns:a16="http://schemas.microsoft.com/office/drawing/2014/main" id="{5B2D3B83-4415-5030-DE15-2B53B8142A68}"/>
              </a:ext>
            </a:extLst>
          </p:cNvPr>
          <p:cNvSpPr>
            <a:spLocks noGrp="1"/>
          </p:cNvSpPr>
          <p:nvPr/>
        </p:nvSpPr>
        <p:spPr>
          <a:xfrm>
            <a:off x="10352837" y="1051560"/>
            <a:ext cx="196596" cy="45720"/>
          </a:xfrm>
          <a:prstGeom prst="rect">
            <a:avLst/>
          </a:prstGeom>
          <a:solidFill>
            <a:srgbClr val="E4E7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egmented Rule 54">
            <a:extLst>
              <a:ext uri="{FF2B5EF4-FFF2-40B4-BE49-F238E27FC236}">
                <a16:creationId xmlns:a16="http://schemas.microsoft.com/office/drawing/2014/main" id="{38DED4A4-8F76-093B-E786-53508B47A64E}"/>
              </a:ext>
            </a:extLst>
          </p:cNvPr>
          <p:cNvSpPr>
            <a:spLocks noGrp="1"/>
          </p:cNvSpPr>
          <p:nvPr/>
        </p:nvSpPr>
        <p:spPr>
          <a:xfrm>
            <a:off x="10545775" y="1051560"/>
            <a:ext cx="196596" cy="45720"/>
          </a:xfrm>
          <a:prstGeom prst="rect">
            <a:avLst/>
          </a:prstGeom>
          <a:solidFill>
            <a:srgbClr val="E8EBE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egmented Rule 55">
            <a:extLst>
              <a:ext uri="{FF2B5EF4-FFF2-40B4-BE49-F238E27FC236}">
                <a16:creationId xmlns:a16="http://schemas.microsoft.com/office/drawing/2014/main" id="{46B50EAF-B222-5229-5D9E-95C1506ADE6C}"/>
              </a:ext>
            </a:extLst>
          </p:cNvPr>
          <p:cNvSpPr>
            <a:spLocks noGrp="1"/>
          </p:cNvSpPr>
          <p:nvPr/>
        </p:nvSpPr>
        <p:spPr>
          <a:xfrm>
            <a:off x="10738714" y="1051560"/>
            <a:ext cx="196596" cy="45720"/>
          </a:xfrm>
          <a:prstGeom prst="rect">
            <a:avLst/>
          </a:prstGeom>
          <a:solidFill>
            <a:srgbClr val="ECEEF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Segmented Rule 56">
            <a:extLst>
              <a:ext uri="{FF2B5EF4-FFF2-40B4-BE49-F238E27FC236}">
                <a16:creationId xmlns:a16="http://schemas.microsoft.com/office/drawing/2014/main" id="{96C45946-08C3-75F5-C03A-007C368D748B}"/>
              </a:ext>
            </a:extLst>
          </p:cNvPr>
          <p:cNvSpPr>
            <a:spLocks noGrp="1"/>
          </p:cNvSpPr>
          <p:nvPr/>
        </p:nvSpPr>
        <p:spPr>
          <a:xfrm>
            <a:off x="10931652" y="1051560"/>
            <a:ext cx="196596" cy="45720"/>
          </a:xfrm>
          <a:prstGeom prst="rect">
            <a:avLst/>
          </a:prstGeom>
          <a:solidFill>
            <a:srgbClr val="F0F2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egmented Rule 57">
            <a:extLst>
              <a:ext uri="{FF2B5EF4-FFF2-40B4-BE49-F238E27FC236}">
                <a16:creationId xmlns:a16="http://schemas.microsoft.com/office/drawing/2014/main" id="{948FE166-93C1-9EEF-0BD3-0C84C86D36CD}"/>
              </a:ext>
            </a:extLst>
          </p:cNvPr>
          <p:cNvSpPr>
            <a:spLocks noGrp="1"/>
          </p:cNvSpPr>
          <p:nvPr/>
        </p:nvSpPr>
        <p:spPr>
          <a:xfrm>
            <a:off x="11124590" y="1051560"/>
            <a:ext cx="196596" cy="45720"/>
          </a:xfrm>
          <a:prstGeom prst="rect">
            <a:avLst/>
          </a:prstGeom>
          <a:solidFill>
            <a:srgbClr val="F4F5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egmented Rule 58">
            <a:extLst>
              <a:ext uri="{FF2B5EF4-FFF2-40B4-BE49-F238E27FC236}">
                <a16:creationId xmlns:a16="http://schemas.microsoft.com/office/drawing/2014/main" id="{0C7876F4-30B8-564D-64A1-3BEDD9EAFC74}"/>
              </a:ext>
            </a:extLst>
          </p:cNvPr>
          <p:cNvSpPr>
            <a:spLocks noGrp="1"/>
          </p:cNvSpPr>
          <p:nvPr/>
        </p:nvSpPr>
        <p:spPr>
          <a:xfrm>
            <a:off x="11317529" y="1051560"/>
            <a:ext cx="196596" cy="45720"/>
          </a:xfrm>
          <a:prstGeom prst="rect">
            <a:avLst/>
          </a:prstGeom>
          <a:solidFill>
            <a:srgbClr val="F7F8F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Segmented Rule 59">
            <a:extLst>
              <a:ext uri="{FF2B5EF4-FFF2-40B4-BE49-F238E27FC236}">
                <a16:creationId xmlns:a16="http://schemas.microsoft.com/office/drawing/2014/main" id="{49C6F389-4EE4-F317-0445-2F752B0644F1}"/>
              </a:ext>
            </a:extLst>
          </p:cNvPr>
          <p:cNvSpPr>
            <a:spLocks noGrp="1"/>
          </p:cNvSpPr>
          <p:nvPr/>
        </p:nvSpPr>
        <p:spPr>
          <a:xfrm>
            <a:off x="11510467" y="1051560"/>
            <a:ext cx="196596" cy="45720"/>
          </a:xfrm>
          <a:prstGeom prst="rect">
            <a:avLst/>
          </a:prstGeom>
          <a:solidFill>
            <a:srgbClr val="FBFCF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Segmented Rule 60">
            <a:extLst>
              <a:ext uri="{FF2B5EF4-FFF2-40B4-BE49-F238E27FC236}">
                <a16:creationId xmlns:a16="http://schemas.microsoft.com/office/drawing/2014/main" id="{263C29E4-299F-EE37-39D0-CE4CC6952298}"/>
              </a:ext>
            </a:extLst>
          </p:cNvPr>
          <p:cNvSpPr>
            <a:spLocks noGrp="1"/>
          </p:cNvSpPr>
          <p:nvPr/>
        </p:nvSpPr>
        <p:spPr>
          <a:xfrm>
            <a:off x="11703406" y="1051560"/>
            <a:ext cx="196596" cy="45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55" name="图片 154">
            <a:extLst>
              <a:ext uri="{FF2B5EF4-FFF2-40B4-BE49-F238E27FC236}">
                <a16:creationId xmlns:a16="http://schemas.microsoft.com/office/drawing/2014/main" id="{294F4D26-0586-3559-2B93-F28EDDFDF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70016"/>
            <a:ext cx="3000794" cy="3543795"/>
          </a:xfrm>
          <a:prstGeom prst="rect">
            <a:avLst/>
          </a:prstGeom>
        </p:spPr>
      </p:pic>
      <p:sp>
        <p:nvSpPr>
          <p:cNvPr id="156" name="文本框 155">
            <a:extLst>
              <a:ext uri="{FF2B5EF4-FFF2-40B4-BE49-F238E27FC236}">
                <a16:creationId xmlns:a16="http://schemas.microsoft.com/office/drawing/2014/main" id="{46A2280A-961E-EE2A-43CF-5B6DE8DA4E3F}"/>
              </a:ext>
            </a:extLst>
          </p:cNvPr>
          <p:cNvSpPr txBox="1"/>
          <p:nvPr/>
        </p:nvSpPr>
        <p:spPr>
          <a:xfrm>
            <a:off x="4114187" y="1385350"/>
            <a:ext cx="3550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从程序库中抽取程序后进行组装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F78ED14D-D831-F07E-182D-A5A8BC3631F5}"/>
              </a:ext>
            </a:extLst>
          </p:cNvPr>
          <p:cNvSpPr txBox="1"/>
          <p:nvPr/>
        </p:nvSpPr>
        <p:spPr>
          <a:xfrm>
            <a:off x="4019659" y="2042752"/>
            <a:ext cx="4982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 </a:t>
            </a:r>
            <a:r>
              <a:rPr lang="zh-CN" altLang="en-US" dirty="0"/>
              <a:t>只将要进化的函数给到</a:t>
            </a:r>
            <a:r>
              <a:rPr lang="en-US" altLang="zh-CN" dirty="0"/>
              <a:t>LLM</a:t>
            </a:r>
            <a:r>
              <a:rPr lang="zh-CN" altLang="en-US" dirty="0"/>
              <a:t>，这避免了</a:t>
            </a:r>
            <a:r>
              <a:rPr lang="en-US" altLang="zh-CN" dirty="0"/>
              <a:t>LLM</a:t>
            </a:r>
            <a:r>
              <a:rPr lang="zh-CN" altLang="en-US" dirty="0"/>
              <a:t>的犯错的概率</a:t>
            </a:r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895DBE9C-CC4B-17C4-F3FB-D5820AD07A29}"/>
              </a:ext>
            </a:extLst>
          </p:cNvPr>
          <p:cNvSpPr txBox="1"/>
          <p:nvPr/>
        </p:nvSpPr>
        <p:spPr>
          <a:xfrm>
            <a:off x="3985870" y="2977153"/>
            <a:ext cx="4914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 </a:t>
            </a:r>
            <a:r>
              <a:rPr lang="zh-CN" altLang="en-US" dirty="0"/>
              <a:t>将抽取出来的函数进行排序，高分在下，低分在上，借助这种结构，让</a:t>
            </a:r>
            <a:r>
              <a:rPr lang="en-US" altLang="zh-CN" dirty="0"/>
              <a:t>LLM</a:t>
            </a:r>
            <a:r>
              <a:rPr lang="zh-CN" altLang="en-US" dirty="0"/>
              <a:t>自己去识别函数之间微小的差异，进而得到新的</a:t>
            </a:r>
            <a:r>
              <a:rPr lang="en-US" altLang="zh-CN" dirty="0"/>
              <a:t>priority</a:t>
            </a:r>
            <a:r>
              <a:rPr lang="zh-CN" altLang="en-US" dirty="0"/>
              <a:t>函数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A9A88B90-2B44-E0F4-8A30-07D3B27857CB}"/>
              </a:ext>
            </a:extLst>
          </p:cNvPr>
          <p:cNvSpPr txBox="1"/>
          <p:nvPr/>
        </p:nvSpPr>
        <p:spPr>
          <a:xfrm>
            <a:off x="4277106" y="1643535"/>
            <a:ext cx="3151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/>
              <a:t>（经过实验，发现程序数为</a:t>
            </a:r>
            <a:r>
              <a:rPr lang="en-US" altLang="zh-CN" sz="1400" dirty="0"/>
              <a:t>2</a:t>
            </a:r>
            <a:r>
              <a:rPr lang="zh-CN" altLang="en-US" sz="1400" dirty="0"/>
              <a:t>时最佳）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BEC65395-F6DF-645D-BC94-D6D525DC8F63}"/>
              </a:ext>
            </a:extLst>
          </p:cNvPr>
          <p:cNvSpPr txBox="1"/>
          <p:nvPr/>
        </p:nvSpPr>
        <p:spPr>
          <a:xfrm>
            <a:off x="4000405" y="4245790"/>
            <a:ext cx="48852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 </a:t>
            </a:r>
            <a:r>
              <a:rPr lang="zh-CN" altLang="en-US" dirty="0"/>
              <a:t>在组装</a:t>
            </a:r>
            <a:r>
              <a:rPr lang="en-US" altLang="zh-CN" dirty="0"/>
              <a:t>prompt</a:t>
            </a:r>
            <a:r>
              <a:rPr lang="zh-CN" altLang="en-US" dirty="0"/>
              <a:t>时，并没有过多的写入对话式的内容，仅仅是让</a:t>
            </a:r>
            <a:r>
              <a:rPr lang="en-US" altLang="zh-CN" dirty="0"/>
              <a:t>LLM</a:t>
            </a:r>
            <a:r>
              <a:rPr lang="zh-CN" altLang="en-US" dirty="0"/>
              <a:t>去模拟进化</a:t>
            </a:r>
            <a:r>
              <a:rPr lang="en-US" altLang="zh-CN" dirty="0"/>
              <a:t>(</a:t>
            </a:r>
            <a:r>
              <a:rPr lang="zh-CN" altLang="en-US" dirty="0"/>
              <a:t>论文中没有直接写过多的提示词，但是提示可以通过对比实验比较是否会推动进化的发生</a:t>
            </a:r>
            <a:r>
              <a:rPr lang="en-US" altLang="zh-CN" dirty="0"/>
              <a:t>)</a:t>
            </a:r>
            <a:endParaRPr lang="zh-CN" altLang="en-US" dirty="0"/>
          </a:p>
        </p:txBody>
      </p: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6BEBEF40-5A41-8B77-F426-1E00483DD8F6}"/>
              </a:ext>
            </a:extLst>
          </p:cNvPr>
          <p:cNvCxnSpPr/>
          <p:nvPr/>
        </p:nvCxnSpPr>
        <p:spPr>
          <a:xfrm>
            <a:off x="9679381" y="1262743"/>
            <a:ext cx="0" cy="5199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callout-box">
            <a:extLst>
              <a:ext uri="{FF2B5EF4-FFF2-40B4-BE49-F238E27FC236}">
                <a16:creationId xmlns:a16="http://schemas.microsoft.com/office/drawing/2014/main" id="{B385250D-71A2-B1B6-7BD9-B15FA337A866}"/>
              </a:ext>
            </a:extLst>
          </p:cNvPr>
          <p:cNvSpPr>
            <a:spLocks noGrp="1"/>
          </p:cNvSpPr>
          <p:nvPr/>
        </p:nvSpPr>
        <p:spPr>
          <a:xfrm>
            <a:off x="426111" y="5806440"/>
            <a:ext cx="11277295" cy="640080"/>
          </a:xfrm>
          <a:prstGeom prst="rect">
            <a:avLst/>
          </a:prstGeom>
          <a:solidFill>
            <a:srgbClr val="FFFFFF"/>
          </a:solidFill>
          <a:ln w="11906">
            <a:solidFill>
              <a:srgbClr val="2E5EAA"/>
            </a:solidFill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</a:rPr>
              <a:t>LLM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通过程序间的差异，模仿微小的变异，实现杂交</a:t>
            </a:r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8C63CF3F-C52A-25B5-BF69-697BD8F5CD98}"/>
              </a:ext>
            </a:extLst>
          </p:cNvPr>
          <p:cNvSpPr txBox="1"/>
          <p:nvPr/>
        </p:nvSpPr>
        <p:spPr>
          <a:xfrm>
            <a:off x="9774022" y="1435720"/>
            <a:ext cx="21611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组装好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prompt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4E383528-C362-140F-E773-980883C17A01}"/>
              </a:ext>
            </a:extLst>
          </p:cNvPr>
          <p:cNvSpPr txBox="1"/>
          <p:nvPr/>
        </p:nvSpPr>
        <p:spPr>
          <a:xfrm>
            <a:off x="10545775" y="250441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传递</a:t>
            </a:r>
          </a:p>
        </p:txBody>
      </p: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AD491F76-5253-1216-C117-9D52A1949192}"/>
              </a:ext>
            </a:extLst>
          </p:cNvPr>
          <p:cNvCxnSpPr/>
          <p:nvPr/>
        </p:nvCxnSpPr>
        <p:spPr>
          <a:xfrm>
            <a:off x="10545775" y="1951312"/>
            <a:ext cx="0" cy="1487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文本框 170">
            <a:extLst>
              <a:ext uri="{FF2B5EF4-FFF2-40B4-BE49-F238E27FC236}">
                <a16:creationId xmlns:a16="http://schemas.microsoft.com/office/drawing/2014/main" id="{8A4FEBC6-79DF-3ECA-C503-EB17649F177E}"/>
              </a:ext>
            </a:extLst>
          </p:cNvPr>
          <p:cNvSpPr txBox="1"/>
          <p:nvPr/>
        </p:nvSpPr>
        <p:spPr>
          <a:xfrm>
            <a:off x="10224407" y="3634489"/>
            <a:ext cx="7697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LLM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D6E1E48E-38CD-63AE-F189-8F0D97F13D84}"/>
              </a:ext>
            </a:extLst>
          </p:cNvPr>
          <p:cNvSpPr txBox="1"/>
          <p:nvPr/>
        </p:nvSpPr>
        <p:spPr>
          <a:xfrm>
            <a:off x="9836734" y="4091592"/>
            <a:ext cx="2035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（注意：论文中提示使用轻量快速的模型）</a:t>
            </a:r>
          </a:p>
        </p:txBody>
      </p:sp>
    </p:spTree>
    <p:extLst>
      <p:ext uri="{BB962C8B-B14F-4D97-AF65-F5344CB8AC3E}">
        <p14:creationId xmlns:p14="http://schemas.microsoft.com/office/powerpoint/2010/main" val="3247898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marker-1">
            <a:extLst>
              <a:ext uri="{FF2B5EF4-FFF2-40B4-BE49-F238E27FC236}">
                <a16:creationId xmlns:a16="http://schemas.microsoft.com/office/drawing/2014/main" id="{CD27F062-A722-FA57-744C-8769198E1245}"/>
              </a:ext>
            </a:extLst>
          </p:cNvPr>
          <p:cNvSpPr>
            <a:spLocks noGrp="1"/>
          </p:cNvSpPr>
          <p:nvPr/>
        </p:nvSpPr>
        <p:spPr>
          <a:xfrm>
            <a:off x="320040" y="365760"/>
            <a:ext cx="164592" cy="384048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itle-marker-2">
            <a:extLst>
              <a:ext uri="{FF2B5EF4-FFF2-40B4-BE49-F238E27FC236}">
                <a16:creationId xmlns:a16="http://schemas.microsoft.com/office/drawing/2014/main" id="{FE109713-A650-9E17-765E-721E77DC3661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73152" cy="384048"/>
          </a:xfrm>
          <a:prstGeom prst="rect">
            <a:avLst/>
          </a:prstGeom>
          <a:solidFill>
            <a:srgbClr val="2E5EA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lide-title">
            <a:extLst>
              <a:ext uri="{FF2B5EF4-FFF2-40B4-BE49-F238E27FC236}">
                <a16:creationId xmlns:a16="http://schemas.microsoft.com/office/drawing/2014/main" id="{3D42E02B-6804-0D15-0649-DFEDA3F33164}"/>
              </a:ext>
            </a:extLst>
          </p:cNvPr>
          <p:cNvSpPr>
            <a:spLocks noGrp="1"/>
          </p:cNvSpPr>
          <p:nvPr/>
        </p:nvSpPr>
        <p:spPr>
          <a:xfrm>
            <a:off x="868680" y="228600"/>
            <a:ext cx="108813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核心分析</a:t>
            </a:r>
            <a:r>
              <a:rPr lang="en-US" altLang="zh-CN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——</a:t>
            </a:r>
            <a:r>
              <a:rPr lang="zh-CN" altLang="en-US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评估器的淘汰机制</a:t>
            </a:r>
            <a:endParaRPr sz="24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egmented Rule 01">
            <a:extLst>
              <a:ext uri="{FF2B5EF4-FFF2-40B4-BE49-F238E27FC236}">
                <a16:creationId xmlns:a16="http://schemas.microsoft.com/office/drawing/2014/main" id="{59C1683E-7867-38F5-9CE9-3029A0ACFA62}"/>
              </a:ext>
            </a:extLst>
          </p:cNvPr>
          <p:cNvSpPr>
            <a:spLocks noGrp="1"/>
          </p:cNvSpPr>
          <p:nvPr/>
        </p:nvSpPr>
        <p:spPr>
          <a:xfrm>
            <a:off x="320040" y="1051560"/>
            <a:ext cx="196596" cy="4572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egmented Rule 02">
            <a:extLst>
              <a:ext uri="{FF2B5EF4-FFF2-40B4-BE49-F238E27FC236}">
                <a16:creationId xmlns:a16="http://schemas.microsoft.com/office/drawing/2014/main" id="{333AD501-A80B-9BA5-2A22-E5F016093515}"/>
              </a:ext>
            </a:extLst>
          </p:cNvPr>
          <p:cNvSpPr>
            <a:spLocks noGrp="1"/>
          </p:cNvSpPr>
          <p:nvPr/>
        </p:nvSpPr>
        <p:spPr>
          <a:xfrm>
            <a:off x="512978" y="1051560"/>
            <a:ext cx="196596" cy="45720"/>
          </a:xfrm>
          <a:prstGeom prst="rect">
            <a:avLst/>
          </a:prstGeom>
          <a:solidFill>
            <a:srgbClr val="233B6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egmented Rule 03">
            <a:extLst>
              <a:ext uri="{FF2B5EF4-FFF2-40B4-BE49-F238E27FC236}">
                <a16:creationId xmlns:a16="http://schemas.microsoft.com/office/drawing/2014/main" id="{7C86EF06-4629-BF49-1137-9E58CED857F8}"/>
              </a:ext>
            </a:extLst>
          </p:cNvPr>
          <p:cNvSpPr>
            <a:spLocks noGrp="1"/>
          </p:cNvSpPr>
          <p:nvPr/>
        </p:nvSpPr>
        <p:spPr>
          <a:xfrm>
            <a:off x="705917" y="1051560"/>
            <a:ext cx="196596" cy="45720"/>
          </a:xfrm>
          <a:prstGeom prst="rect">
            <a:avLst/>
          </a:prstGeom>
          <a:solidFill>
            <a:srgbClr val="273F6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egmented Rule 04">
            <a:extLst>
              <a:ext uri="{FF2B5EF4-FFF2-40B4-BE49-F238E27FC236}">
                <a16:creationId xmlns:a16="http://schemas.microsoft.com/office/drawing/2014/main" id="{0EEFB2DD-3FBE-3718-3A13-0140452A04CA}"/>
              </a:ext>
            </a:extLst>
          </p:cNvPr>
          <p:cNvSpPr>
            <a:spLocks noGrp="1"/>
          </p:cNvSpPr>
          <p:nvPr/>
        </p:nvSpPr>
        <p:spPr>
          <a:xfrm>
            <a:off x="898855" y="1051560"/>
            <a:ext cx="196596" cy="45720"/>
          </a:xfrm>
          <a:prstGeom prst="rect">
            <a:avLst/>
          </a:prstGeom>
          <a:solidFill>
            <a:srgbClr val="2A426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egmented Rule 05">
            <a:extLst>
              <a:ext uri="{FF2B5EF4-FFF2-40B4-BE49-F238E27FC236}">
                <a16:creationId xmlns:a16="http://schemas.microsoft.com/office/drawing/2014/main" id="{78BC7D56-96F4-BB30-C7C3-FC5E7A311673}"/>
              </a:ext>
            </a:extLst>
          </p:cNvPr>
          <p:cNvSpPr>
            <a:spLocks noGrp="1"/>
          </p:cNvSpPr>
          <p:nvPr/>
        </p:nvSpPr>
        <p:spPr>
          <a:xfrm>
            <a:off x="1091794" y="1051560"/>
            <a:ext cx="196596" cy="45720"/>
          </a:xfrm>
          <a:prstGeom prst="rect">
            <a:avLst/>
          </a:prstGeom>
          <a:solidFill>
            <a:srgbClr val="2E456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egmented Rule 06">
            <a:extLst>
              <a:ext uri="{FF2B5EF4-FFF2-40B4-BE49-F238E27FC236}">
                <a16:creationId xmlns:a16="http://schemas.microsoft.com/office/drawing/2014/main" id="{CF156B2F-628F-9474-96D5-38B14F7940CA}"/>
              </a:ext>
            </a:extLst>
          </p:cNvPr>
          <p:cNvSpPr>
            <a:spLocks noGrp="1"/>
          </p:cNvSpPr>
          <p:nvPr/>
        </p:nvSpPr>
        <p:spPr>
          <a:xfrm>
            <a:off x="1284732" y="1051560"/>
            <a:ext cx="196596" cy="45720"/>
          </a:xfrm>
          <a:prstGeom prst="rect">
            <a:avLst/>
          </a:prstGeom>
          <a:solidFill>
            <a:srgbClr val="32497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egmented Rule 07">
            <a:extLst>
              <a:ext uri="{FF2B5EF4-FFF2-40B4-BE49-F238E27FC236}">
                <a16:creationId xmlns:a16="http://schemas.microsoft.com/office/drawing/2014/main" id="{FC188BB2-35B2-3322-066C-3290A9489C8B}"/>
              </a:ext>
            </a:extLst>
          </p:cNvPr>
          <p:cNvSpPr>
            <a:spLocks noGrp="1"/>
          </p:cNvSpPr>
          <p:nvPr/>
        </p:nvSpPr>
        <p:spPr>
          <a:xfrm>
            <a:off x="1477670" y="1051560"/>
            <a:ext cx="196596" cy="45720"/>
          </a:xfrm>
          <a:prstGeom prst="rect">
            <a:avLst/>
          </a:prstGeom>
          <a:solidFill>
            <a:srgbClr val="364C7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egmented Rule 08">
            <a:extLst>
              <a:ext uri="{FF2B5EF4-FFF2-40B4-BE49-F238E27FC236}">
                <a16:creationId xmlns:a16="http://schemas.microsoft.com/office/drawing/2014/main" id="{0D8DAF56-B179-6C2E-195B-6C37B1DFDA86}"/>
              </a:ext>
            </a:extLst>
          </p:cNvPr>
          <p:cNvSpPr>
            <a:spLocks noGrp="1"/>
          </p:cNvSpPr>
          <p:nvPr/>
        </p:nvSpPr>
        <p:spPr>
          <a:xfrm>
            <a:off x="1670609" y="1051560"/>
            <a:ext cx="196596" cy="45720"/>
          </a:xfrm>
          <a:prstGeom prst="rect">
            <a:avLst/>
          </a:prstGeom>
          <a:solidFill>
            <a:srgbClr val="3A507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egmented Rule 09">
            <a:extLst>
              <a:ext uri="{FF2B5EF4-FFF2-40B4-BE49-F238E27FC236}">
                <a16:creationId xmlns:a16="http://schemas.microsoft.com/office/drawing/2014/main" id="{ED636165-07DB-BF49-2FF7-49E31FA0FD02}"/>
              </a:ext>
            </a:extLst>
          </p:cNvPr>
          <p:cNvSpPr>
            <a:spLocks noGrp="1"/>
          </p:cNvSpPr>
          <p:nvPr/>
        </p:nvSpPr>
        <p:spPr>
          <a:xfrm>
            <a:off x="1863547" y="1051560"/>
            <a:ext cx="196596" cy="45720"/>
          </a:xfrm>
          <a:prstGeom prst="rect">
            <a:avLst/>
          </a:prstGeom>
          <a:solidFill>
            <a:srgbClr val="3D537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egmented Rule 10">
            <a:extLst>
              <a:ext uri="{FF2B5EF4-FFF2-40B4-BE49-F238E27FC236}">
                <a16:creationId xmlns:a16="http://schemas.microsoft.com/office/drawing/2014/main" id="{6225451A-05E2-22FB-BD79-D9098063A7F4}"/>
              </a:ext>
            </a:extLst>
          </p:cNvPr>
          <p:cNvSpPr>
            <a:spLocks noGrp="1"/>
          </p:cNvSpPr>
          <p:nvPr/>
        </p:nvSpPr>
        <p:spPr>
          <a:xfrm>
            <a:off x="2056486" y="1051560"/>
            <a:ext cx="196596" cy="45720"/>
          </a:xfrm>
          <a:prstGeom prst="rect">
            <a:avLst/>
          </a:prstGeom>
          <a:solidFill>
            <a:srgbClr val="41567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egmented Rule 11">
            <a:extLst>
              <a:ext uri="{FF2B5EF4-FFF2-40B4-BE49-F238E27FC236}">
                <a16:creationId xmlns:a16="http://schemas.microsoft.com/office/drawing/2014/main" id="{BFCC9032-CB83-B6D9-F0AA-50ADD3DF8CB5}"/>
              </a:ext>
            </a:extLst>
          </p:cNvPr>
          <p:cNvSpPr>
            <a:spLocks noGrp="1"/>
          </p:cNvSpPr>
          <p:nvPr/>
        </p:nvSpPr>
        <p:spPr>
          <a:xfrm>
            <a:off x="2249424" y="1051560"/>
            <a:ext cx="196596" cy="45720"/>
          </a:xfrm>
          <a:prstGeom prst="rect">
            <a:avLst/>
          </a:prstGeom>
          <a:solidFill>
            <a:srgbClr val="455A7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egmented Rule 12">
            <a:extLst>
              <a:ext uri="{FF2B5EF4-FFF2-40B4-BE49-F238E27FC236}">
                <a16:creationId xmlns:a16="http://schemas.microsoft.com/office/drawing/2014/main" id="{FDDE24E5-63E2-572C-CC39-06B87A684C72}"/>
              </a:ext>
            </a:extLst>
          </p:cNvPr>
          <p:cNvSpPr>
            <a:spLocks noGrp="1"/>
          </p:cNvSpPr>
          <p:nvPr/>
        </p:nvSpPr>
        <p:spPr>
          <a:xfrm>
            <a:off x="2442362" y="1051560"/>
            <a:ext cx="196596" cy="45720"/>
          </a:xfrm>
          <a:prstGeom prst="rect">
            <a:avLst/>
          </a:prstGeom>
          <a:solidFill>
            <a:srgbClr val="495D8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egmented Rule 13">
            <a:extLst>
              <a:ext uri="{FF2B5EF4-FFF2-40B4-BE49-F238E27FC236}">
                <a16:creationId xmlns:a16="http://schemas.microsoft.com/office/drawing/2014/main" id="{9CA6609E-EEE9-9DDA-0A2E-3A9D88B36721}"/>
              </a:ext>
            </a:extLst>
          </p:cNvPr>
          <p:cNvSpPr>
            <a:spLocks noGrp="1"/>
          </p:cNvSpPr>
          <p:nvPr/>
        </p:nvSpPr>
        <p:spPr>
          <a:xfrm>
            <a:off x="2635301" y="1051560"/>
            <a:ext cx="196596" cy="45720"/>
          </a:xfrm>
          <a:prstGeom prst="rect">
            <a:avLst/>
          </a:prstGeom>
          <a:solidFill>
            <a:srgbClr val="4D608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egmented Rule 14">
            <a:extLst>
              <a:ext uri="{FF2B5EF4-FFF2-40B4-BE49-F238E27FC236}">
                <a16:creationId xmlns:a16="http://schemas.microsoft.com/office/drawing/2014/main" id="{20CA48A1-78B6-A399-9393-96E9A1D3F845}"/>
              </a:ext>
            </a:extLst>
          </p:cNvPr>
          <p:cNvSpPr>
            <a:spLocks noGrp="1"/>
          </p:cNvSpPr>
          <p:nvPr/>
        </p:nvSpPr>
        <p:spPr>
          <a:xfrm>
            <a:off x="2828239" y="1051560"/>
            <a:ext cx="196596" cy="45720"/>
          </a:xfrm>
          <a:prstGeom prst="rect">
            <a:avLst/>
          </a:prstGeom>
          <a:solidFill>
            <a:srgbClr val="50648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egmented Rule 15">
            <a:extLst>
              <a:ext uri="{FF2B5EF4-FFF2-40B4-BE49-F238E27FC236}">
                <a16:creationId xmlns:a16="http://schemas.microsoft.com/office/drawing/2014/main" id="{25D89F90-B641-FD0F-963A-33E32D8B2EF8}"/>
              </a:ext>
            </a:extLst>
          </p:cNvPr>
          <p:cNvSpPr>
            <a:spLocks noGrp="1"/>
          </p:cNvSpPr>
          <p:nvPr/>
        </p:nvSpPr>
        <p:spPr>
          <a:xfrm>
            <a:off x="3021178" y="1051560"/>
            <a:ext cx="196596" cy="45720"/>
          </a:xfrm>
          <a:prstGeom prst="rect">
            <a:avLst/>
          </a:prstGeom>
          <a:solidFill>
            <a:srgbClr val="54678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egmented Rule 16">
            <a:extLst>
              <a:ext uri="{FF2B5EF4-FFF2-40B4-BE49-F238E27FC236}">
                <a16:creationId xmlns:a16="http://schemas.microsoft.com/office/drawing/2014/main" id="{914C3828-9A87-4363-35FC-E07FDF43F2B6}"/>
              </a:ext>
            </a:extLst>
          </p:cNvPr>
          <p:cNvSpPr>
            <a:spLocks noGrp="1"/>
          </p:cNvSpPr>
          <p:nvPr/>
        </p:nvSpPr>
        <p:spPr>
          <a:xfrm>
            <a:off x="3214116" y="1051560"/>
            <a:ext cx="196596" cy="45720"/>
          </a:xfrm>
          <a:prstGeom prst="rect">
            <a:avLst/>
          </a:prstGeom>
          <a:solidFill>
            <a:srgbClr val="586B8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egmented Rule 17">
            <a:extLst>
              <a:ext uri="{FF2B5EF4-FFF2-40B4-BE49-F238E27FC236}">
                <a16:creationId xmlns:a16="http://schemas.microsoft.com/office/drawing/2014/main" id="{2029530D-05CA-BAF3-103A-8F95612E08AD}"/>
              </a:ext>
            </a:extLst>
          </p:cNvPr>
          <p:cNvSpPr>
            <a:spLocks noGrp="1"/>
          </p:cNvSpPr>
          <p:nvPr/>
        </p:nvSpPr>
        <p:spPr>
          <a:xfrm>
            <a:off x="3407054" y="1051560"/>
            <a:ext cx="196596" cy="45720"/>
          </a:xfrm>
          <a:prstGeom prst="rect">
            <a:avLst/>
          </a:prstGeom>
          <a:solidFill>
            <a:srgbClr val="5C6E8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egmented Rule 18">
            <a:extLst>
              <a:ext uri="{FF2B5EF4-FFF2-40B4-BE49-F238E27FC236}">
                <a16:creationId xmlns:a16="http://schemas.microsoft.com/office/drawing/2014/main" id="{2BCDE0DD-8BAF-193A-9103-7F839F9CA550}"/>
              </a:ext>
            </a:extLst>
          </p:cNvPr>
          <p:cNvSpPr>
            <a:spLocks noGrp="1"/>
          </p:cNvSpPr>
          <p:nvPr/>
        </p:nvSpPr>
        <p:spPr>
          <a:xfrm>
            <a:off x="3599993" y="1051560"/>
            <a:ext cx="196596" cy="45720"/>
          </a:xfrm>
          <a:prstGeom prst="rect">
            <a:avLst/>
          </a:prstGeom>
          <a:solidFill>
            <a:srgbClr val="60719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egmented Rule 19">
            <a:extLst>
              <a:ext uri="{FF2B5EF4-FFF2-40B4-BE49-F238E27FC236}">
                <a16:creationId xmlns:a16="http://schemas.microsoft.com/office/drawing/2014/main" id="{0DEAD1DA-6C0F-9C4A-5309-9FEB17DFE214}"/>
              </a:ext>
            </a:extLst>
          </p:cNvPr>
          <p:cNvSpPr>
            <a:spLocks noGrp="1"/>
          </p:cNvSpPr>
          <p:nvPr/>
        </p:nvSpPr>
        <p:spPr>
          <a:xfrm>
            <a:off x="3792931" y="1051560"/>
            <a:ext cx="196596" cy="45720"/>
          </a:xfrm>
          <a:prstGeom prst="rect">
            <a:avLst/>
          </a:prstGeom>
          <a:solidFill>
            <a:srgbClr val="63759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egmented Rule 20">
            <a:extLst>
              <a:ext uri="{FF2B5EF4-FFF2-40B4-BE49-F238E27FC236}">
                <a16:creationId xmlns:a16="http://schemas.microsoft.com/office/drawing/2014/main" id="{15F14BDE-D833-5799-691E-7E5D64F9A06B}"/>
              </a:ext>
            </a:extLst>
          </p:cNvPr>
          <p:cNvSpPr>
            <a:spLocks noGrp="1"/>
          </p:cNvSpPr>
          <p:nvPr/>
        </p:nvSpPr>
        <p:spPr>
          <a:xfrm>
            <a:off x="3985870" y="1051560"/>
            <a:ext cx="196596" cy="45720"/>
          </a:xfrm>
          <a:prstGeom prst="rect">
            <a:avLst/>
          </a:prstGeom>
          <a:solidFill>
            <a:srgbClr val="67789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egmented Rule 21">
            <a:extLst>
              <a:ext uri="{FF2B5EF4-FFF2-40B4-BE49-F238E27FC236}">
                <a16:creationId xmlns:a16="http://schemas.microsoft.com/office/drawing/2014/main" id="{CB55E6BD-6396-B197-3044-511472B66AA1}"/>
              </a:ext>
            </a:extLst>
          </p:cNvPr>
          <p:cNvSpPr>
            <a:spLocks noGrp="1"/>
          </p:cNvSpPr>
          <p:nvPr/>
        </p:nvSpPr>
        <p:spPr>
          <a:xfrm>
            <a:off x="4178808" y="1051560"/>
            <a:ext cx="196596" cy="45720"/>
          </a:xfrm>
          <a:prstGeom prst="rect">
            <a:avLst/>
          </a:prstGeom>
          <a:solidFill>
            <a:srgbClr val="6B7B9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egmented Rule 22">
            <a:extLst>
              <a:ext uri="{FF2B5EF4-FFF2-40B4-BE49-F238E27FC236}">
                <a16:creationId xmlns:a16="http://schemas.microsoft.com/office/drawing/2014/main" id="{5218EBC8-08BA-3134-A13C-FBE799F2C4E5}"/>
              </a:ext>
            </a:extLst>
          </p:cNvPr>
          <p:cNvSpPr>
            <a:spLocks noGrp="1"/>
          </p:cNvSpPr>
          <p:nvPr/>
        </p:nvSpPr>
        <p:spPr>
          <a:xfrm>
            <a:off x="4371746" y="1051560"/>
            <a:ext cx="196596" cy="45720"/>
          </a:xfrm>
          <a:prstGeom prst="rect">
            <a:avLst/>
          </a:prstGeom>
          <a:solidFill>
            <a:srgbClr val="6F7F9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egmented Rule 23">
            <a:extLst>
              <a:ext uri="{FF2B5EF4-FFF2-40B4-BE49-F238E27FC236}">
                <a16:creationId xmlns:a16="http://schemas.microsoft.com/office/drawing/2014/main" id="{D65CA423-8226-3A2F-5C5A-3D90A6E3D172}"/>
              </a:ext>
            </a:extLst>
          </p:cNvPr>
          <p:cNvSpPr>
            <a:spLocks noGrp="1"/>
          </p:cNvSpPr>
          <p:nvPr/>
        </p:nvSpPr>
        <p:spPr>
          <a:xfrm>
            <a:off x="4564685" y="1051560"/>
            <a:ext cx="196596" cy="45720"/>
          </a:xfrm>
          <a:prstGeom prst="rect">
            <a:avLst/>
          </a:prstGeom>
          <a:solidFill>
            <a:srgbClr val="73829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egmented Rule 24">
            <a:extLst>
              <a:ext uri="{FF2B5EF4-FFF2-40B4-BE49-F238E27FC236}">
                <a16:creationId xmlns:a16="http://schemas.microsoft.com/office/drawing/2014/main" id="{E700BDF6-9EC3-9AF2-F9A4-A38A603E532B}"/>
              </a:ext>
            </a:extLst>
          </p:cNvPr>
          <p:cNvSpPr>
            <a:spLocks noGrp="1"/>
          </p:cNvSpPr>
          <p:nvPr/>
        </p:nvSpPr>
        <p:spPr>
          <a:xfrm>
            <a:off x="4757623" y="1051560"/>
            <a:ext cx="196596" cy="45720"/>
          </a:xfrm>
          <a:prstGeom prst="rect">
            <a:avLst/>
          </a:prstGeom>
          <a:solidFill>
            <a:srgbClr val="7686A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egmented Rule 25">
            <a:extLst>
              <a:ext uri="{FF2B5EF4-FFF2-40B4-BE49-F238E27FC236}">
                <a16:creationId xmlns:a16="http://schemas.microsoft.com/office/drawing/2014/main" id="{037C122B-DAD0-2623-2D41-324FB7664F08}"/>
              </a:ext>
            </a:extLst>
          </p:cNvPr>
          <p:cNvSpPr>
            <a:spLocks noGrp="1"/>
          </p:cNvSpPr>
          <p:nvPr/>
        </p:nvSpPr>
        <p:spPr>
          <a:xfrm>
            <a:off x="4950562" y="1051560"/>
            <a:ext cx="196596" cy="45720"/>
          </a:xfrm>
          <a:prstGeom prst="rect">
            <a:avLst/>
          </a:prstGeom>
          <a:solidFill>
            <a:srgbClr val="7A89A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egmented Rule 26">
            <a:extLst>
              <a:ext uri="{FF2B5EF4-FFF2-40B4-BE49-F238E27FC236}">
                <a16:creationId xmlns:a16="http://schemas.microsoft.com/office/drawing/2014/main" id="{D8C3C8C2-CEFD-4170-5644-FCEFBBFCFCBC}"/>
              </a:ext>
            </a:extLst>
          </p:cNvPr>
          <p:cNvSpPr>
            <a:spLocks noGrp="1"/>
          </p:cNvSpPr>
          <p:nvPr/>
        </p:nvSpPr>
        <p:spPr>
          <a:xfrm>
            <a:off x="5143500" y="1051560"/>
            <a:ext cx="196596" cy="45720"/>
          </a:xfrm>
          <a:prstGeom prst="rect">
            <a:avLst/>
          </a:prstGeom>
          <a:solidFill>
            <a:srgbClr val="7E8CA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egmented Rule 27">
            <a:extLst>
              <a:ext uri="{FF2B5EF4-FFF2-40B4-BE49-F238E27FC236}">
                <a16:creationId xmlns:a16="http://schemas.microsoft.com/office/drawing/2014/main" id="{2D3F2A87-5EA6-DE44-4163-776A57B22BF9}"/>
              </a:ext>
            </a:extLst>
          </p:cNvPr>
          <p:cNvSpPr>
            <a:spLocks noGrp="1"/>
          </p:cNvSpPr>
          <p:nvPr/>
        </p:nvSpPr>
        <p:spPr>
          <a:xfrm>
            <a:off x="5336438" y="1051560"/>
            <a:ext cx="196596" cy="45720"/>
          </a:xfrm>
          <a:prstGeom prst="rect">
            <a:avLst/>
          </a:prstGeom>
          <a:solidFill>
            <a:srgbClr val="8290A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egmented Rule 28">
            <a:extLst>
              <a:ext uri="{FF2B5EF4-FFF2-40B4-BE49-F238E27FC236}">
                <a16:creationId xmlns:a16="http://schemas.microsoft.com/office/drawing/2014/main" id="{CE1895F0-A498-F08C-6ED8-1C7C12F0259E}"/>
              </a:ext>
            </a:extLst>
          </p:cNvPr>
          <p:cNvSpPr>
            <a:spLocks noGrp="1"/>
          </p:cNvSpPr>
          <p:nvPr/>
        </p:nvSpPr>
        <p:spPr>
          <a:xfrm>
            <a:off x="5529377" y="1051560"/>
            <a:ext cx="196596" cy="45720"/>
          </a:xfrm>
          <a:prstGeom prst="rect">
            <a:avLst/>
          </a:prstGeom>
          <a:solidFill>
            <a:srgbClr val="8693A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egmented Rule 29">
            <a:extLst>
              <a:ext uri="{FF2B5EF4-FFF2-40B4-BE49-F238E27FC236}">
                <a16:creationId xmlns:a16="http://schemas.microsoft.com/office/drawing/2014/main" id="{6C06CDCB-558E-7AE3-DAE1-082061F273AD}"/>
              </a:ext>
            </a:extLst>
          </p:cNvPr>
          <p:cNvSpPr>
            <a:spLocks noGrp="1"/>
          </p:cNvSpPr>
          <p:nvPr/>
        </p:nvSpPr>
        <p:spPr>
          <a:xfrm>
            <a:off x="5722315" y="1051560"/>
            <a:ext cx="196596" cy="45720"/>
          </a:xfrm>
          <a:prstGeom prst="rect">
            <a:avLst/>
          </a:prstGeom>
          <a:solidFill>
            <a:srgbClr val="8996A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egmented Rule 30">
            <a:extLst>
              <a:ext uri="{FF2B5EF4-FFF2-40B4-BE49-F238E27FC236}">
                <a16:creationId xmlns:a16="http://schemas.microsoft.com/office/drawing/2014/main" id="{CE86334F-4568-838E-5903-D16921CF47FD}"/>
              </a:ext>
            </a:extLst>
          </p:cNvPr>
          <p:cNvSpPr>
            <a:spLocks noGrp="1"/>
          </p:cNvSpPr>
          <p:nvPr/>
        </p:nvSpPr>
        <p:spPr>
          <a:xfrm>
            <a:off x="5915254" y="1051560"/>
            <a:ext cx="196596" cy="45720"/>
          </a:xfrm>
          <a:prstGeom prst="rect">
            <a:avLst/>
          </a:prstGeom>
          <a:solidFill>
            <a:srgbClr val="8D9AB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egmented Rule 31">
            <a:extLst>
              <a:ext uri="{FF2B5EF4-FFF2-40B4-BE49-F238E27FC236}">
                <a16:creationId xmlns:a16="http://schemas.microsoft.com/office/drawing/2014/main" id="{4D988F2A-7712-0D86-BA2A-6CF295F25E8F}"/>
              </a:ext>
            </a:extLst>
          </p:cNvPr>
          <p:cNvSpPr>
            <a:spLocks noGrp="1"/>
          </p:cNvSpPr>
          <p:nvPr/>
        </p:nvSpPr>
        <p:spPr>
          <a:xfrm>
            <a:off x="6108192" y="1051560"/>
            <a:ext cx="196596" cy="45720"/>
          </a:xfrm>
          <a:prstGeom prst="rect">
            <a:avLst/>
          </a:prstGeom>
          <a:solidFill>
            <a:srgbClr val="919DB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egmented Rule 32">
            <a:extLst>
              <a:ext uri="{FF2B5EF4-FFF2-40B4-BE49-F238E27FC236}">
                <a16:creationId xmlns:a16="http://schemas.microsoft.com/office/drawing/2014/main" id="{236589E8-B9BE-B1F5-667C-02721F4EAA84}"/>
              </a:ext>
            </a:extLst>
          </p:cNvPr>
          <p:cNvSpPr>
            <a:spLocks noGrp="1"/>
          </p:cNvSpPr>
          <p:nvPr/>
        </p:nvSpPr>
        <p:spPr>
          <a:xfrm>
            <a:off x="6301130" y="1051560"/>
            <a:ext cx="196596" cy="45720"/>
          </a:xfrm>
          <a:prstGeom prst="rect">
            <a:avLst/>
          </a:prstGeom>
          <a:solidFill>
            <a:srgbClr val="95A1B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egmented Rule 33">
            <a:extLst>
              <a:ext uri="{FF2B5EF4-FFF2-40B4-BE49-F238E27FC236}">
                <a16:creationId xmlns:a16="http://schemas.microsoft.com/office/drawing/2014/main" id="{97E66C05-C844-DEA2-9070-202138A429ED}"/>
              </a:ext>
            </a:extLst>
          </p:cNvPr>
          <p:cNvSpPr>
            <a:spLocks noGrp="1"/>
          </p:cNvSpPr>
          <p:nvPr/>
        </p:nvSpPr>
        <p:spPr>
          <a:xfrm>
            <a:off x="6494069" y="1051560"/>
            <a:ext cx="196596" cy="45720"/>
          </a:xfrm>
          <a:prstGeom prst="rect">
            <a:avLst/>
          </a:prstGeom>
          <a:solidFill>
            <a:srgbClr val="98A4B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egmented Rule 34">
            <a:extLst>
              <a:ext uri="{FF2B5EF4-FFF2-40B4-BE49-F238E27FC236}">
                <a16:creationId xmlns:a16="http://schemas.microsoft.com/office/drawing/2014/main" id="{268D3659-5BC2-2006-1241-2391A449F8B3}"/>
              </a:ext>
            </a:extLst>
          </p:cNvPr>
          <p:cNvSpPr>
            <a:spLocks noGrp="1"/>
          </p:cNvSpPr>
          <p:nvPr/>
        </p:nvSpPr>
        <p:spPr>
          <a:xfrm>
            <a:off x="6687007" y="1051560"/>
            <a:ext cx="196596" cy="45720"/>
          </a:xfrm>
          <a:prstGeom prst="rect">
            <a:avLst/>
          </a:prstGeom>
          <a:solidFill>
            <a:srgbClr val="9CA7B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egmented Rule 35">
            <a:extLst>
              <a:ext uri="{FF2B5EF4-FFF2-40B4-BE49-F238E27FC236}">
                <a16:creationId xmlns:a16="http://schemas.microsoft.com/office/drawing/2014/main" id="{3DC73E4C-2B94-808D-D488-68A5C94B37C8}"/>
              </a:ext>
            </a:extLst>
          </p:cNvPr>
          <p:cNvSpPr>
            <a:spLocks noGrp="1"/>
          </p:cNvSpPr>
          <p:nvPr/>
        </p:nvSpPr>
        <p:spPr>
          <a:xfrm>
            <a:off x="6879946" y="1051560"/>
            <a:ext cx="196596" cy="45720"/>
          </a:xfrm>
          <a:prstGeom prst="rect">
            <a:avLst/>
          </a:prstGeom>
          <a:solidFill>
            <a:srgbClr val="A0ABB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egmented Rule 36">
            <a:extLst>
              <a:ext uri="{FF2B5EF4-FFF2-40B4-BE49-F238E27FC236}">
                <a16:creationId xmlns:a16="http://schemas.microsoft.com/office/drawing/2014/main" id="{3C852438-6532-0F65-7919-3D7ADA8116F4}"/>
              </a:ext>
            </a:extLst>
          </p:cNvPr>
          <p:cNvSpPr>
            <a:spLocks noGrp="1"/>
          </p:cNvSpPr>
          <p:nvPr/>
        </p:nvSpPr>
        <p:spPr>
          <a:xfrm>
            <a:off x="7072884" y="1051560"/>
            <a:ext cx="196596" cy="45720"/>
          </a:xfrm>
          <a:prstGeom prst="rect">
            <a:avLst/>
          </a:prstGeom>
          <a:solidFill>
            <a:srgbClr val="A4AEC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egmented Rule 37">
            <a:extLst>
              <a:ext uri="{FF2B5EF4-FFF2-40B4-BE49-F238E27FC236}">
                <a16:creationId xmlns:a16="http://schemas.microsoft.com/office/drawing/2014/main" id="{EFC6F4D4-E5B5-7D41-B169-D76F75F20CAD}"/>
              </a:ext>
            </a:extLst>
          </p:cNvPr>
          <p:cNvSpPr>
            <a:spLocks noGrp="1"/>
          </p:cNvSpPr>
          <p:nvPr/>
        </p:nvSpPr>
        <p:spPr>
          <a:xfrm>
            <a:off x="7265822" y="1051560"/>
            <a:ext cx="196596" cy="45720"/>
          </a:xfrm>
          <a:prstGeom prst="rect">
            <a:avLst/>
          </a:prstGeom>
          <a:solidFill>
            <a:srgbClr val="A8B1C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egmented Rule 38">
            <a:extLst>
              <a:ext uri="{FF2B5EF4-FFF2-40B4-BE49-F238E27FC236}">
                <a16:creationId xmlns:a16="http://schemas.microsoft.com/office/drawing/2014/main" id="{F4E43F39-0CD3-2DE4-1937-C118701B0C2F}"/>
              </a:ext>
            </a:extLst>
          </p:cNvPr>
          <p:cNvSpPr>
            <a:spLocks noGrp="1"/>
          </p:cNvSpPr>
          <p:nvPr/>
        </p:nvSpPr>
        <p:spPr>
          <a:xfrm>
            <a:off x="7458761" y="1051560"/>
            <a:ext cx="196596" cy="45720"/>
          </a:xfrm>
          <a:prstGeom prst="rect">
            <a:avLst/>
          </a:prstGeom>
          <a:solidFill>
            <a:srgbClr val="ABB5C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egmented Rule 39">
            <a:extLst>
              <a:ext uri="{FF2B5EF4-FFF2-40B4-BE49-F238E27FC236}">
                <a16:creationId xmlns:a16="http://schemas.microsoft.com/office/drawing/2014/main" id="{8AA59AE7-7C19-50A9-1CFF-4E0296FB692D}"/>
              </a:ext>
            </a:extLst>
          </p:cNvPr>
          <p:cNvSpPr>
            <a:spLocks noGrp="1"/>
          </p:cNvSpPr>
          <p:nvPr/>
        </p:nvSpPr>
        <p:spPr>
          <a:xfrm>
            <a:off x="7651699" y="1051560"/>
            <a:ext cx="196596" cy="45720"/>
          </a:xfrm>
          <a:prstGeom prst="rect">
            <a:avLst/>
          </a:prstGeom>
          <a:solidFill>
            <a:srgbClr val="AFB8C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egmented Rule 40">
            <a:extLst>
              <a:ext uri="{FF2B5EF4-FFF2-40B4-BE49-F238E27FC236}">
                <a16:creationId xmlns:a16="http://schemas.microsoft.com/office/drawing/2014/main" id="{92BC02CB-7755-54BA-7F20-D73F8A7A5259}"/>
              </a:ext>
            </a:extLst>
          </p:cNvPr>
          <p:cNvSpPr>
            <a:spLocks noGrp="1"/>
          </p:cNvSpPr>
          <p:nvPr/>
        </p:nvSpPr>
        <p:spPr>
          <a:xfrm>
            <a:off x="7844638" y="1051560"/>
            <a:ext cx="196596" cy="45720"/>
          </a:xfrm>
          <a:prstGeom prst="rect">
            <a:avLst/>
          </a:prstGeom>
          <a:solidFill>
            <a:srgbClr val="B3BCC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egmented Rule 41">
            <a:extLst>
              <a:ext uri="{FF2B5EF4-FFF2-40B4-BE49-F238E27FC236}">
                <a16:creationId xmlns:a16="http://schemas.microsoft.com/office/drawing/2014/main" id="{A1C3BF37-956B-FDC8-C5F4-D7E4E3D9939B}"/>
              </a:ext>
            </a:extLst>
          </p:cNvPr>
          <p:cNvSpPr>
            <a:spLocks noGrp="1"/>
          </p:cNvSpPr>
          <p:nvPr/>
        </p:nvSpPr>
        <p:spPr>
          <a:xfrm>
            <a:off x="8037576" y="1051560"/>
            <a:ext cx="196596" cy="45720"/>
          </a:xfrm>
          <a:prstGeom prst="rect">
            <a:avLst/>
          </a:prstGeom>
          <a:solidFill>
            <a:srgbClr val="B7BFC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egmented Rule 42">
            <a:extLst>
              <a:ext uri="{FF2B5EF4-FFF2-40B4-BE49-F238E27FC236}">
                <a16:creationId xmlns:a16="http://schemas.microsoft.com/office/drawing/2014/main" id="{FB408FA6-E54E-1C5F-346D-21270A66AA82}"/>
              </a:ext>
            </a:extLst>
          </p:cNvPr>
          <p:cNvSpPr>
            <a:spLocks noGrp="1"/>
          </p:cNvSpPr>
          <p:nvPr/>
        </p:nvSpPr>
        <p:spPr>
          <a:xfrm>
            <a:off x="8230514" y="1051560"/>
            <a:ext cx="196596" cy="45720"/>
          </a:xfrm>
          <a:prstGeom prst="rect">
            <a:avLst/>
          </a:prstGeom>
          <a:solidFill>
            <a:srgbClr val="BBC2D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egmented Rule 43">
            <a:extLst>
              <a:ext uri="{FF2B5EF4-FFF2-40B4-BE49-F238E27FC236}">
                <a16:creationId xmlns:a16="http://schemas.microsoft.com/office/drawing/2014/main" id="{FDB3860A-B9CF-8144-50C1-F6FD1D3FD36D}"/>
              </a:ext>
            </a:extLst>
          </p:cNvPr>
          <p:cNvSpPr>
            <a:spLocks noGrp="1"/>
          </p:cNvSpPr>
          <p:nvPr/>
        </p:nvSpPr>
        <p:spPr>
          <a:xfrm>
            <a:off x="8423453" y="1051560"/>
            <a:ext cx="196596" cy="45720"/>
          </a:xfrm>
          <a:prstGeom prst="rect">
            <a:avLst/>
          </a:prstGeom>
          <a:solidFill>
            <a:srgbClr val="BEC6D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egmented Rule 44">
            <a:extLst>
              <a:ext uri="{FF2B5EF4-FFF2-40B4-BE49-F238E27FC236}">
                <a16:creationId xmlns:a16="http://schemas.microsoft.com/office/drawing/2014/main" id="{D1E5ABA0-A68F-55AE-A721-8A7AD78AAA5B}"/>
              </a:ext>
            </a:extLst>
          </p:cNvPr>
          <p:cNvSpPr>
            <a:spLocks noGrp="1"/>
          </p:cNvSpPr>
          <p:nvPr/>
        </p:nvSpPr>
        <p:spPr>
          <a:xfrm>
            <a:off x="8616391" y="1051560"/>
            <a:ext cx="196596" cy="45720"/>
          </a:xfrm>
          <a:prstGeom prst="rect">
            <a:avLst/>
          </a:prstGeom>
          <a:solidFill>
            <a:srgbClr val="C2C9D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egmented Rule 45">
            <a:extLst>
              <a:ext uri="{FF2B5EF4-FFF2-40B4-BE49-F238E27FC236}">
                <a16:creationId xmlns:a16="http://schemas.microsoft.com/office/drawing/2014/main" id="{BF1970D0-BFF1-269E-1AE4-4D57F0C58F15}"/>
              </a:ext>
            </a:extLst>
          </p:cNvPr>
          <p:cNvSpPr>
            <a:spLocks noGrp="1"/>
          </p:cNvSpPr>
          <p:nvPr/>
        </p:nvSpPr>
        <p:spPr>
          <a:xfrm>
            <a:off x="8809330" y="1051560"/>
            <a:ext cx="196596" cy="45720"/>
          </a:xfrm>
          <a:prstGeom prst="rect">
            <a:avLst/>
          </a:prstGeom>
          <a:solidFill>
            <a:srgbClr val="C6CCD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egmented Rule 46">
            <a:extLst>
              <a:ext uri="{FF2B5EF4-FFF2-40B4-BE49-F238E27FC236}">
                <a16:creationId xmlns:a16="http://schemas.microsoft.com/office/drawing/2014/main" id="{7C3754DD-87AF-C213-B4B0-2C3E06497B9F}"/>
              </a:ext>
            </a:extLst>
          </p:cNvPr>
          <p:cNvSpPr>
            <a:spLocks noGrp="1"/>
          </p:cNvSpPr>
          <p:nvPr/>
        </p:nvSpPr>
        <p:spPr>
          <a:xfrm>
            <a:off x="9002268" y="1051560"/>
            <a:ext cx="196596" cy="45720"/>
          </a:xfrm>
          <a:prstGeom prst="rect">
            <a:avLst/>
          </a:prstGeom>
          <a:solidFill>
            <a:srgbClr val="CAD0D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egmented Rule 47">
            <a:extLst>
              <a:ext uri="{FF2B5EF4-FFF2-40B4-BE49-F238E27FC236}">
                <a16:creationId xmlns:a16="http://schemas.microsoft.com/office/drawing/2014/main" id="{28CB5A44-5AE2-76E7-5562-A25C213F922C}"/>
              </a:ext>
            </a:extLst>
          </p:cNvPr>
          <p:cNvSpPr>
            <a:spLocks noGrp="1"/>
          </p:cNvSpPr>
          <p:nvPr/>
        </p:nvSpPr>
        <p:spPr>
          <a:xfrm>
            <a:off x="9195206" y="1051560"/>
            <a:ext cx="196596" cy="45720"/>
          </a:xfrm>
          <a:prstGeom prst="rect">
            <a:avLst/>
          </a:prstGeom>
          <a:solidFill>
            <a:srgbClr val="CED3D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Segmented Rule 48">
            <a:extLst>
              <a:ext uri="{FF2B5EF4-FFF2-40B4-BE49-F238E27FC236}">
                <a16:creationId xmlns:a16="http://schemas.microsoft.com/office/drawing/2014/main" id="{BC26A4E5-692D-CD3C-7F6D-757A8CA33663}"/>
              </a:ext>
            </a:extLst>
          </p:cNvPr>
          <p:cNvSpPr>
            <a:spLocks noGrp="1"/>
          </p:cNvSpPr>
          <p:nvPr/>
        </p:nvSpPr>
        <p:spPr>
          <a:xfrm>
            <a:off x="9388145" y="1051560"/>
            <a:ext cx="196596" cy="45720"/>
          </a:xfrm>
          <a:prstGeom prst="rect">
            <a:avLst/>
          </a:prstGeom>
          <a:solidFill>
            <a:srgbClr val="D1D7D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egmented Rule 49">
            <a:extLst>
              <a:ext uri="{FF2B5EF4-FFF2-40B4-BE49-F238E27FC236}">
                <a16:creationId xmlns:a16="http://schemas.microsoft.com/office/drawing/2014/main" id="{80FA6151-5958-E72C-0C88-FC2D7381203E}"/>
              </a:ext>
            </a:extLst>
          </p:cNvPr>
          <p:cNvSpPr>
            <a:spLocks noGrp="1"/>
          </p:cNvSpPr>
          <p:nvPr/>
        </p:nvSpPr>
        <p:spPr>
          <a:xfrm>
            <a:off x="9581083" y="1051560"/>
            <a:ext cx="196596" cy="45720"/>
          </a:xfrm>
          <a:prstGeom prst="rect">
            <a:avLst/>
          </a:prstGeom>
          <a:solidFill>
            <a:srgbClr val="D5DAE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Segmented Rule 50">
            <a:extLst>
              <a:ext uri="{FF2B5EF4-FFF2-40B4-BE49-F238E27FC236}">
                <a16:creationId xmlns:a16="http://schemas.microsoft.com/office/drawing/2014/main" id="{B8CB0C61-E1F5-0B37-9E28-AC4F1707C245}"/>
              </a:ext>
            </a:extLst>
          </p:cNvPr>
          <p:cNvSpPr>
            <a:spLocks noGrp="1"/>
          </p:cNvSpPr>
          <p:nvPr/>
        </p:nvSpPr>
        <p:spPr>
          <a:xfrm>
            <a:off x="9774022" y="1051560"/>
            <a:ext cx="196596" cy="45720"/>
          </a:xfrm>
          <a:prstGeom prst="rect">
            <a:avLst/>
          </a:prstGeom>
          <a:solidFill>
            <a:srgbClr val="D9DDE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egmented Rule 51">
            <a:extLst>
              <a:ext uri="{FF2B5EF4-FFF2-40B4-BE49-F238E27FC236}">
                <a16:creationId xmlns:a16="http://schemas.microsoft.com/office/drawing/2014/main" id="{6E9D72D9-0CBB-D7A6-1C8E-F8C30352EA93}"/>
              </a:ext>
            </a:extLst>
          </p:cNvPr>
          <p:cNvSpPr>
            <a:spLocks noGrp="1"/>
          </p:cNvSpPr>
          <p:nvPr/>
        </p:nvSpPr>
        <p:spPr>
          <a:xfrm>
            <a:off x="9966960" y="1051560"/>
            <a:ext cx="196596" cy="45720"/>
          </a:xfrm>
          <a:prstGeom prst="rect">
            <a:avLst/>
          </a:prstGeom>
          <a:solidFill>
            <a:srgbClr val="DDE1E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Segmented Rule 52">
            <a:extLst>
              <a:ext uri="{FF2B5EF4-FFF2-40B4-BE49-F238E27FC236}">
                <a16:creationId xmlns:a16="http://schemas.microsoft.com/office/drawing/2014/main" id="{0E884050-A285-F879-5819-29FBB18D72E5}"/>
              </a:ext>
            </a:extLst>
          </p:cNvPr>
          <p:cNvSpPr>
            <a:spLocks noGrp="1"/>
          </p:cNvSpPr>
          <p:nvPr/>
        </p:nvSpPr>
        <p:spPr>
          <a:xfrm>
            <a:off x="10159898" y="1051560"/>
            <a:ext cx="196596" cy="45720"/>
          </a:xfrm>
          <a:prstGeom prst="rect">
            <a:avLst/>
          </a:prstGeom>
          <a:solidFill>
            <a:srgbClr val="E1E4E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Segmented Rule 53">
            <a:extLst>
              <a:ext uri="{FF2B5EF4-FFF2-40B4-BE49-F238E27FC236}">
                <a16:creationId xmlns:a16="http://schemas.microsoft.com/office/drawing/2014/main" id="{0C7651F2-053C-E73B-95D1-24B56CF61C74}"/>
              </a:ext>
            </a:extLst>
          </p:cNvPr>
          <p:cNvSpPr>
            <a:spLocks noGrp="1"/>
          </p:cNvSpPr>
          <p:nvPr/>
        </p:nvSpPr>
        <p:spPr>
          <a:xfrm>
            <a:off x="10352837" y="1051560"/>
            <a:ext cx="196596" cy="45720"/>
          </a:xfrm>
          <a:prstGeom prst="rect">
            <a:avLst/>
          </a:prstGeom>
          <a:solidFill>
            <a:srgbClr val="E4E7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egmented Rule 54">
            <a:extLst>
              <a:ext uri="{FF2B5EF4-FFF2-40B4-BE49-F238E27FC236}">
                <a16:creationId xmlns:a16="http://schemas.microsoft.com/office/drawing/2014/main" id="{D13CF69B-79AE-3350-F8C9-3D955FE71D70}"/>
              </a:ext>
            </a:extLst>
          </p:cNvPr>
          <p:cNvSpPr>
            <a:spLocks noGrp="1"/>
          </p:cNvSpPr>
          <p:nvPr/>
        </p:nvSpPr>
        <p:spPr>
          <a:xfrm>
            <a:off x="10545775" y="1051560"/>
            <a:ext cx="196596" cy="45720"/>
          </a:xfrm>
          <a:prstGeom prst="rect">
            <a:avLst/>
          </a:prstGeom>
          <a:solidFill>
            <a:srgbClr val="E8EBE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egmented Rule 55">
            <a:extLst>
              <a:ext uri="{FF2B5EF4-FFF2-40B4-BE49-F238E27FC236}">
                <a16:creationId xmlns:a16="http://schemas.microsoft.com/office/drawing/2014/main" id="{4F6CDF56-FD88-7842-D95C-CA244671E90A}"/>
              </a:ext>
            </a:extLst>
          </p:cNvPr>
          <p:cNvSpPr>
            <a:spLocks noGrp="1"/>
          </p:cNvSpPr>
          <p:nvPr/>
        </p:nvSpPr>
        <p:spPr>
          <a:xfrm>
            <a:off x="10738714" y="1051560"/>
            <a:ext cx="196596" cy="45720"/>
          </a:xfrm>
          <a:prstGeom prst="rect">
            <a:avLst/>
          </a:prstGeom>
          <a:solidFill>
            <a:srgbClr val="ECEEF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Segmented Rule 56">
            <a:extLst>
              <a:ext uri="{FF2B5EF4-FFF2-40B4-BE49-F238E27FC236}">
                <a16:creationId xmlns:a16="http://schemas.microsoft.com/office/drawing/2014/main" id="{2193FC33-50D8-2C6E-8ADB-10C93C457DD2}"/>
              </a:ext>
            </a:extLst>
          </p:cNvPr>
          <p:cNvSpPr>
            <a:spLocks noGrp="1"/>
          </p:cNvSpPr>
          <p:nvPr/>
        </p:nvSpPr>
        <p:spPr>
          <a:xfrm>
            <a:off x="10931652" y="1051560"/>
            <a:ext cx="196596" cy="45720"/>
          </a:xfrm>
          <a:prstGeom prst="rect">
            <a:avLst/>
          </a:prstGeom>
          <a:solidFill>
            <a:srgbClr val="F0F2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egmented Rule 57">
            <a:extLst>
              <a:ext uri="{FF2B5EF4-FFF2-40B4-BE49-F238E27FC236}">
                <a16:creationId xmlns:a16="http://schemas.microsoft.com/office/drawing/2014/main" id="{94FB71FF-C073-FE7B-0728-CA8DB9649465}"/>
              </a:ext>
            </a:extLst>
          </p:cNvPr>
          <p:cNvSpPr>
            <a:spLocks noGrp="1"/>
          </p:cNvSpPr>
          <p:nvPr/>
        </p:nvSpPr>
        <p:spPr>
          <a:xfrm>
            <a:off x="11124590" y="1051560"/>
            <a:ext cx="196596" cy="45720"/>
          </a:xfrm>
          <a:prstGeom prst="rect">
            <a:avLst/>
          </a:prstGeom>
          <a:solidFill>
            <a:srgbClr val="F4F5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egmented Rule 58">
            <a:extLst>
              <a:ext uri="{FF2B5EF4-FFF2-40B4-BE49-F238E27FC236}">
                <a16:creationId xmlns:a16="http://schemas.microsoft.com/office/drawing/2014/main" id="{904A47E5-8BA0-978F-07C1-7DCE70B94BB7}"/>
              </a:ext>
            </a:extLst>
          </p:cNvPr>
          <p:cNvSpPr>
            <a:spLocks noGrp="1"/>
          </p:cNvSpPr>
          <p:nvPr/>
        </p:nvSpPr>
        <p:spPr>
          <a:xfrm>
            <a:off x="11317529" y="1051560"/>
            <a:ext cx="196596" cy="45720"/>
          </a:xfrm>
          <a:prstGeom prst="rect">
            <a:avLst/>
          </a:prstGeom>
          <a:solidFill>
            <a:srgbClr val="F7F8F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Segmented Rule 59">
            <a:extLst>
              <a:ext uri="{FF2B5EF4-FFF2-40B4-BE49-F238E27FC236}">
                <a16:creationId xmlns:a16="http://schemas.microsoft.com/office/drawing/2014/main" id="{9B35D8C4-9505-F059-1AF4-8938DFFF74FD}"/>
              </a:ext>
            </a:extLst>
          </p:cNvPr>
          <p:cNvSpPr>
            <a:spLocks noGrp="1"/>
          </p:cNvSpPr>
          <p:nvPr/>
        </p:nvSpPr>
        <p:spPr>
          <a:xfrm>
            <a:off x="11510467" y="1051560"/>
            <a:ext cx="196596" cy="45720"/>
          </a:xfrm>
          <a:prstGeom prst="rect">
            <a:avLst/>
          </a:prstGeom>
          <a:solidFill>
            <a:srgbClr val="FBFCF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Segmented Rule 60">
            <a:extLst>
              <a:ext uri="{FF2B5EF4-FFF2-40B4-BE49-F238E27FC236}">
                <a16:creationId xmlns:a16="http://schemas.microsoft.com/office/drawing/2014/main" id="{9F1A2E34-B717-A0F2-2022-01E115C2BC2F}"/>
              </a:ext>
            </a:extLst>
          </p:cNvPr>
          <p:cNvSpPr>
            <a:spLocks noGrp="1"/>
          </p:cNvSpPr>
          <p:nvPr/>
        </p:nvSpPr>
        <p:spPr>
          <a:xfrm>
            <a:off x="11703406" y="1051560"/>
            <a:ext cx="196596" cy="45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5" name="callout-box">
            <a:extLst>
              <a:ext uri="{FF2B5EF4-FFF2-40B4-BE49-F238E27FC236}">
                <a16:creationId xmlns:a16="http://schemas.microsoft.com/office/drawing/2014/main" id="{4EF1C5F4-6ECD-480F-08FB-DD5E71CE32E8}"/>
              </a:ext>
            </a:extLst>
          </p:cNvPr>
          <p:cNvSpPr>
            <a:spLocks noGrp="1"/>
          </p:cNvSpPr>
          <p:nvPr/>
        </p:nvSpPr>
        <p:spPr>
          <a:xfrm>
            <a:off x="426111" y="5806440"/>
            <a:ext cx="11277295" cy="640080"/>
          </a:xfrm>
          <a:prstGeom prst="rect">
            <a:avLst/>
          </a:prstGeom>
          <a:solidFill>
            <a:srgbClr val="FFFFFF"/>
          </a:solidFill>
          <a:ln w="11906">
            <a:solidFill>
              <a:srgbClr val="2E5EAA"/>
            </a:solidFill>
            <a:prstDash val="solid"/>
          </a:ln>
        </p:spPr>
        <p:txBody>
          <a:bodyPr anchor="ctr"/>
          <a:lstStyle/>
          <a:p>
            <a:pPr algn="ctr">
              <a:defRPr sz="135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  <a:latin typeface="Microsoft YaHei"/>
                <a:ea typeface="Microsoft YaHei"/>
                <a:cs typeface="Microsoft YaHei"/>
              </a:rPr>
              <a:t>数据库只接收合格且高分的新程序，搜索过程始终建立在有效结果之上</a:t>
            </a:r>
            <a:endParaRPr lang="zh-CN" altLang="en-US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973C669B-9C07-381F-773B-D34EF80D4488}"/>
              </a:ext>
            </a:extLst>
          </p:cNvPr>
          <p:cNvSpPr txBox="1"/>
          <p:nvPr/>
        </p:nvSpPr>
        <p:spPr>
          <a:xfrm>
            <a:off x="285896" y="1399032"/>
            <a:ext cx="8464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引入评估器机制，避免了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LLM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产生幻觉后生成的错误函数入库</a:t>
            </a:r>
          </a:p>
        </p:txBody>
      </p:sp>
      <p:sp>
        <p:nvSpPr>
          <p:cNvPr id="157" name="文本框 156">
            <a:extLst>
              <a:ext uri="{FF2B5EF4-FFF2-40B4-BE49-F238E27FC236}">
                <a16:creationId xmlns:a16="http://schemas.microsoft.com/office/drawing/2014/main" id="{90281E1D-D09D-BB40-9F1A-00DE89546433}"/>
              </a:ext>
            </a:extLst>
          </p:cNvPr>
          <p:cNvSpPr txBox="1"/>
          <p:nvPr/>
        </p:nvSpPr>
        <p:spPr>
          <a:xfrm>
            <a:off x="426111" y="2151017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第一道防线：拦截语法错误的程序</a:t>
            </a:r>
            <a:endParaRPr lang="en-US" altLang="zh-CN" b="1" dirty="0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A963A144-F3B7-080B-C645-A3699AC35ADA}"/>
              </a:ext>
            </a:extLst>
          </p:cNvPr>
          <p:cNvSpPr txBox="1"/>
          <p:nvPr/>
        </p:nvSpPr>
        <p:spPr>
          <a:xfrm>
            <a:off x="426111" y="2787874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第二道防线：反作弊，拦截调用祖先函数的程序</a:t>
            </a:r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FE3EC275-64BA-A5BB-CC81-9B7F3886B62F}"/>
              </a:ext>
            </a:extLst>
          </p:cNvPr>
          <p:cNvSpPr txBox="1"/>
          <p:nvPr/>
        </p:nvSpPr>
        <p:spPr>
          <a:xfrm>
            <a:off x="387016" y="3424731"/>
            <a:ext cx="6878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第三道防线：利用封闭沙箱动态运行评估函数，拦截运行失败程序</a:t>
            </a:r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1301D5DF-CC00-5DCD-F1C3-1478D434EE5F}"/>
              </a:ext>
            </a:extLst>
          </p:cNvPr>
          <p:cNvSpPr txBox="1"/>
          <p:nvPr/>
        </p:nvSpPr>
        <p:spPr>
          <a:xfrm>
            <a:off x="364650" y="4163394"/>
            <a:ext cx="99277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通过拦截后，合理的程序才能进入数据库，这种策略很好的防止了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LLM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的幻觉造成数据库的坍塌</a:t>
            </a:r>
          </a:p>
        </p:txBody>
      </p:sp>
    </p:spTree>
    <p:extLst>
      <p:ext uri="{BB962C8B-B14F-4D97-AF65-F5344CB8AC3E}">
        <p14:creationId xmlns:p14="http://schemas.microsoft.com/office/powerpoint/2010/main" val="1051795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marker-1">
            <a:extLst>
              <a:ext uri="{FF2B5EF4-FFF2-40B4-BE49-F238E27FC236}">
                <a16:creationId xmlns:a16="http://schemas.microsoft.com/office/drawing/2014/main" id="{15581F00-3F37-958C-A450-5B372DEB0A98}"/>
              </a:ext>
            </a:extLst>
          </p:cNvPr>
          <p:cNvSpPr>
            <a:spLocks noGrp="1"/>
          </p:cNvSpPr>
          <p:nvPr/>
        </p:nvSpPr>
        <p:spPr>
          <a:xfrm>
            <a:off x="320040" y="365760"/>
            <a:ext cx="164592" cy="384048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itle-marker-2">
            <a:extLst>
              <a:ext uri="{FF2B5EF4-FFF2-40B4-BE49-F238E27FC236}">
                <a16:creationId xmlns:a16="http://schemas.microsoft.com/office/drawing/2014/main" id="{043C71E3-EAD6-1837-0623-52F85C1FD377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73152" cy="384048"/>
          </a:xfrm>
          <a:prstGeom prst="rect">
            <a:avLst/>
          </a:prstGeom>
          <a:solidFill>
            <a:srgbClr val="2E5EA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lide-title">
            <a:extLst>
              <a:ext uri="{FF2B5EF4-FFF2-40B4-BE49-F238E27FC236}">
                <a16:creationId xmlns:a16="http://schemas.microsoft.com/office/drawing/2014/main" id="{BC4C4DD1-94BC-F665-78F4-70CA978C0031}"/>
              </a:ext>
            </a:extLst>
          </p:cNvPr>
          <p:cNvSpPr>
            <a:spLocks noGrp="1"/>
          </p:cNvSpPr>
          <p:nvPr/>
        </p:nvSpPr>
        <p:spPr>
          <a:xfrm>
            <a:off x="868680" y="228600"/>
            <a:ext cx="108813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11" name="Segmented Rule 01">
            <a:extLst>
              <a:ext uri="{FF2B5EF4-FFF2-40B4-BE49-F238E27FC236}">
                <a16:creationId xmlns:a16="http://schemas.microsoft.com/office/drawing/2014/main" id="{427F591E-F258-6427-A6F4-90FE137C3A61}"/>
              </a:ext>
            </a:extLst>
          </p:cNvPr>
          <p:cNvSpPr>
            <a:spLocks noGrp="1"/>
          </p:cNvSpPr>
          <p:nvPr/>
        </p:nvSpPr>
        <p:spPr>
          <a:xfrm>
            <a:off x="320040" y="1051560"/>
            <a:ext cx="196596" cy="4572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egmented Rule 02">
            <a:extLst>
              <a:ext uri="{FF2B5EF4-FFF2-40B4-BE49-F238E27FC236}">
                <a16:creationId xmlns:a16="http://schemas.microsoft.com/office/drawing/2014/main" id="{C10FC44F-FD0A-584D-0833-025A931EC3CF}"/>
              </a:ext>
            </a:extLst>
          </p:cNvPr>
          <p:cNvSpPr>
            <a:spLocks noGrp="1"/>
          </p:cNvSpPr>
          <p:nvPr/>
        </p:nvSpPr>
        <p:spPr>
          <a:xfrm>
            <a:off x="512978" y="1051560"/>
            <a:ext cx="196596" cy="45720"/>
          </a:xfrm>
          <a:prstGeom prst="rect">
            <a:avLst/>
          </a:prstGeom>
          <a:solidFill>
            <a:srgbClr val="233B6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egmented Rule 03">
            <a:extLst>
              <a:ext uri="{FF2B5EF4-FFF2-40B4-BE49-F238E27FC236}">
                <a16:creationId xmlns:a16="http://schemas.microsoft.com/office/drawing/2014/main" id="{7023E32B-30D9-40B6-95DB-0A7125EF745B}"/>
              </a:ext>
            </a:extLst>
          </p:cNvPr>
          <p:cNvSpPr>
            <a:spLocks noGrp="1"/>
          </p:cNvSpPr>
          <p:nvPr/>
        </p:nvSpPr>
        <p:spPr>
          <a:xfrm>
            <a:off x="705917" y="1051560"/>
            <a:ext cx="196596" cy="45720"/>
          </a:xfrm>
          <a:prstGeom prst="rect">
            <a:avLst/>
          </a:prstGeom>
          <a:solidFill>
            <a:srgbClr val="273F6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egmented Rule 04">
            <a:extLst>
              <a:ext uri="{FF2B5EF4-FFF2-40B4-BE49-F238E27FC236}">
                <a16:creationId xmlns:a16="http://schemas.microsoft.com/office/drawing/2014/main" id="{98BA446B-17AD-FF57-ED5F-B3B4C3981E0A}"/>
              </a:ext>
            </a:extLst>
          </p:cNvPr>
          <p:cNvSpPr>
            <a:spLocks noGrp="1"/>
          </p:cNvSpPr>
          <p:nvPr/>
        </p:nvSpPr>
        <p:spPr>
          <a:xfrm>
            <a:off x="898855" y="1051560"/>
            <a:ext cx="196596" cy="45720"/>
          </a:xfrm>
          <a:prstGeom prst="rect">
            <a:avLst/>
          </a:prstGeom>
          <a:solidFill>
            <a:srgbClr val="2A426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egmented Rule 05">
            <a:extLst>
              <a:ext uri="{FF2B5EF4-FFF2-40B4-BE49-F238E27FC236}">
                <a16:creationId xmlns:a16="http://schemas.microsoft.com/office/drawing/2014/main" id="{44D42C8B-04F1-71B8-86FD-1A859F6233DA}"/>
              </a:ext>
            </a:extLst>
          </p:cNvPr>
          <p:cNvSpPr>
            <a:spLocks noGrp="1"/>
          </p:cNvSpPr>
          <p:nvPr/>
        </p:nvSpPr>
        <p:spPr>
          <a:xfrm>
            <a:off x="1091794" y="1051560"/>
            <a:ext cx="196596" cy="45720"/>
          </a:xfrm>
          <a:prstGeom prst="rect">
            <a:avLst/>
          </a:prstGeom>
          <a:solidFill>
            <a:srgbClr val="2E456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egmented Rule 06">
            <a:extLst>
              <a:ext uri="{FF2B5EF4-FFF2-40B4-BE49-F238E27FC236}">
                <a16:creationId xmlns:a16="http://schemas.microsoft.com/office/drawing/2014/main" id="{0C20EE66-85B3-9484-B03F-595C72DEFD52}"/>
              </a:ext>
            </a:extLst>
          </p:cNvPr>
          <p:cNvSpPr>
            <a:spLocks noGrp="1"/>
          </p:cNvSpPr>
          <p:nvPr/>
        </p:nvSpPr>
        <p:spPr>
          <a:xfrm>
            <a:off x="1284732" y="1051560"/>
            <a:ext cx="196596" cy="45720"/>
          </a:xfrm>
          <a:prstGeom prst="rect">
            <a:avLst/>
          </a:prstGeom>
          <a:solidFill>
            <a:srgbClr val="32497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egmented Rule 07">
            <a:extLst>
              <a:ext uri="{FF2B5EF4-FFF2-40B4-BE49-F238E27FC236}">
                <a16:creationId xmlns:a16="http://schemas.microsoft.com/office/drawing/2014/main" id="{1A1B05C6-5E4C-5264-F963-9B3CA3E9E096}"/>
              </a:ext>
            </a:extLst>
          </p:cNvPr>
          <p:cNvSpPr>
            <a:spLocks noGrp="1"/>
          </p:cNvSpPr>
          <p:nvPr/>
        </p:nvSpPr>
        <p:spPr>
          <a:xfrm>
            <a:off x="1477670" y="1051560"/>
            <a:ext cx="196596" cy="45720"/>
          </a:xfrm>
          <a:prstGeom prst="rect">
            <a:avLst/>
          </a:prstGeom>
          <a:solidFill>
            <a:srgbClr val="364C7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egmented Rule 08">
            <a:extLst>
              <a:ext uri="{FF2B5EF4-FFF2-40B4-BE49-F238E27FC236}">
                <a16:creationId xmlns:a16="http://schemas.microsoft.com/office/drawing/2014/main" id="{D242198D-FBF3-469F-44D2-13CD8E5F6F7C}"/>
              </a:ext>
            </a:extLst>
          </p:cNvPr>
          <p:cNvSpPr>
            <a:spLocks noGrp="1"/>
          </p:cNvSpPr>
          <p:nvPr/>
        </p:nvSpPr>
        <p:spPr>
          <a:xfrm>
            <a:off x="1670609" y="1051560"/>
            <a:ext cx="196596" cy="45720"/>
          </a:xfrm>
          <a:prstGeom prst="rect">
            <a:avLst/>
          </a:prstGeom>
          <a:solidFill>
            <a:srgbClr val="3A507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egmented Rule 09">
            <a:extLst>
              <a:ext uri="{FF2B5EF4-FFF2-40B4-BE49-F238E27FC236}">
                <a16:creationId xmlns:a16="http://schemas.microsoft.com/office/drawing/2014/main" id="{E3E64D07-2D31-B22D-1D5A-28A4DA86D01E}"/>
              </a:ext>
            </a:extLst>
          </p:cNvPr>
          <p:cNvSpPr>
            <a:spLocks noGrp="1"/>
          </p:cNvSpPr>
          <p:nvPr/>
        </p:nvSpPr>
        <p:spPr>
          <a:xfrm>
            <a:off x="1863547" y="1051560"/>
            <a:ext cx="196596" cy="45720"/>
          </a:xfrm>
          <a:prstGeom prst="rect">
            <a:avLst/>
          </a:prstGeom>
          <a:solidFill>
            <a:srgbClr val="3D537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egmented Rule 10">
            <a:extLst>
              <a:ext uri="{FF2B5EF4-FFF2-40B4-BE49-F238E27FC236}">
                <a16:creationId xmlns:a16="http://schemas.microsoft.com/office/drawing/2014/main" id="{0F5EC94A-5D94-1007-9C46-461ECC125537}"/>
              </a:ext>
            </a:extLst>
          </p:cNvPr>
          <p:cNvSpPr>
            <a:spLocks noGrp="1"/>
          </p:cNvSpPr>
          <p:nvPr/>
        </p:nvSpPr>
        <p:spPr>
          <a:xfrm>
            <a:off x="2056486" y="1051560"/>
            <a:ext cx="196596" cy="45720"/>
          </a:xfrm>
          <a:prstGeom prst="rect">
            <a:avLst/>
          </a:prstGeom>
          <a:solidFill>
            <a:srgbClr val="41567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egmented Rule 11">
            <a:extLst>
              <a:ext uri="{FF2B5EF4-FFF2-40B4-BE49-F238E27FC236}">
                <a16:creationId xmlns:a16="http://schemas.microsoft.com/office/drawing/2014/main" id="{2D3F3D24-1778-50E9-0FFD-D2EDD56DA231}"/>
              </a:ext>
            </a:extLst>
          </p:cNvPr>
          <p:cNvSpPr>
            <a:spLocks noGrp="1"/>
          </p:cNvSpPr>
          <p:nvPr/>
        </p:nvSpPr>
        <p:spPr>
          <a:xfrm>
            <a:off x="2249424" y="1051560"/>
            <a:ext cx="196596" cy="45720"/>
          </a:xfrm>
          <a:prstGeom prst="rect">
            <a:avLst/>
          </a:prstGeom>
          <a:solidFill>
            <a:srgbClr val="455A7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egmented Rule 12">
            <a:extLst>
              <a:ext uri="{FF2B5EF4-FFF2-40B4-BE49-F238E27FC236}">
                <a16:creationId xmlns:a16="http://schemas.microsoft.com/office/drawing/2014/main" id="{C7D3CC4C-8B62-4181-2200-9014C1E80803}"/>
              </a:ext>
            </a:extLst>
          </p:cNvPr>
          <p:cNvSpPr>
            <a:spLocks noGrp="1"/>
          </p:cNvSpPr>
          <p:nvPr/>
        </p:nvSpPr>
        <p:spPr>
          <a:xfrm>
            <a:off x="2442362" y="1051560"/>
            <a:ext cx="196596" cy="45720"/>
          </a:xfrm>
          <a:prstGeom prst="rect">
            <a:avLst/>
          </a:prstGeom>
          <a:solidFill>
            <a:srgbClr val="495D8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egmented Rule 13">
            <a:extLst>
              <a:ext uri="{FF2B5EF4-FFF2-40B4-BE49-F238E27FC236}">
                <a16:creationId xmlns:a16="http://schemas.microsoft.com/office/drawing/2014/main" id="{09580EDE-048E-25A1-D174-2AFB9753C321}"/>
              </a:ext>
            </a:extLst>
          </p:cNvPr>
          <p:cNvSpPr>
            <a:spLocks noGrp="1"/>
          </p:cNvSpPr>
          <p:nvPr/>
        </p:nvSpPr>
        <p:spPr>
          <a:xfrm>
            <a:off x="2635301" y="1051560"/>
            <a:ext cx="196596" cy="45720"/>
          </a:xfrm>
          <a:prstGeom prst="rect">
            <a:avLst/>
          </a:prstGeom>
          <a:solidFill>
            <a:srgbClr val="4D608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egmented Rule 14">
            <a:extLst>
              <a:ext uri="{FF2B5EF4-FFF2-40B4-BE49-F238E27FC236}">
                <a16:creationId xmlns:a16="http://schemas.microsoft.com/office/drawing/2014/main" id="{33C9C5FA-4C05-19F7-141E-2025CE379B3F}"/>
              </a:ext>
            </a:extLst>
          </p:cNvPr>
          <p:cNvSpPr>
            <a:spLocks noGrp="1"/>
          </p:cNvSpPr>
          <p:nvPr/>
        </p:nvSpPr>
        <p:spPr>
          <a:xfrm>
            <a:off x="2828239" y="1051560"/>
            <a:ext cx="196596" cy="45720"/>
          </a:xfrm>
          <a:prstGeom prst="rect">
            <a:avLst/>
          </a:prstGeom>
          <a:solidFill>
            <a:srgbClr val="50648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egmented Rule 15">
            <a:extLst>
              <a:ext uri="{FF2B5EF4-FFF2-40B4-BE49-F238E27FC236}">
                <a16:creationId xmlns:a16="http://schemas.microsoft.com/office/drawing/2014/main" id="{925C54D0-3DCF-F4D9-C21A-BFE44DFA012B}"/>
              </a:ext>
            </a:extLst>
          </p:cNvPr>
          <p:cNvSpPr>
            <a:spLocks noGrp="1"/>
          </p:cNvSpPr>
          <p:nvPr/>
        </p:nvSpPr>
        <p:spPr>
          <a:xfrm>
            <a:off x="3021178" y="1051560"/>
            <a:ext cx="196596" cy="45720"/>
          </a:xfrm>
          <a:prstGeom prst="rect">
            <a:avLst/>
          </a:prstGeom>
          <a:solidFill>
            <a:srgbClr val="54678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egmented Rule 16">
            <a:extLst>
              <a:ext uri="{FF2B5EF4-FFF2-40B4-BE49-F238E27FC236}">
                <a16:creationId xmlns:a16="http://schemas.microsoft.com/office/drawing/2014/main" id="{D9151382-9CA0-7CB6-292E-30A5A11D0CD9}"/>
              </a:ext>
            </a:extLst>
          </p:cNvPr>
          <p:cNvSpPr>
            <a:spLocks noGrp="1"/>
          </p:cNvSpPr>
          <p:nvPr/>
        </p:nvSpPr>
        <p:spPr>
          <a:xfrm>
            <a:off x="3214116" y="1051560"/>
            <a:ext cx="196596" cy="45720"/>
          </a:xfrm>
          <a:prstGeom prst="rect">
            <a:avLst/>
          </a:prstGeom>
          <a:solidFill>
            <a:srgbClr val="586B8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egmented Rule 17">
            <a:extLst>
              <a:ext uri="{FF2B5EF4-FFF2-40B4-BE49-F238E27FC236}">
                <a16:creationId xmlns:a16="http://schemas.microsoft.com/office/drawing/2014/main" id="{7486EABD-B141-C3DD-2ADD-0D33A69AB52F}"/>
              </a:ext>
            </a:extLst>
          </p:cNvPr>
          <p:cNvSpPr>
            <a:spLocks noGrp="1"/>
          </p:cNvSpPr>
          <p:nvPr/>
        </p:nvSpPr>
        <p:spPr>
          <a:xfrm>
            <a:off x="3407054" y="1051560"/>
            <a:ext cx="196596" cy="45720"/>
          </a:xfrm>
          <a:prstGeom prst="rect">
            <a:avLst/>
          </a:prstGeom>
          <a:solidFill>
            <a:srgbClr val="5C6E8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egmented Rule 18">
            <a:extLst>
              <a:ext uri="{FF2B5EF4-FFF2-40B4-BE49-F238E27FC236}">
                <a16:creationId xmlns:a16="http://schemas.microsoft.com/office/drawing/2014/main" id="{6C13C602-DEAC-03D1-4386-BE70417FA3CE}"/>
              </a:ext>
            </a:extLst>
          </p:cNvPr>
          <p:cNvSpPr>
            <a:spLocks noGrp="1"/>
          </p:cNvSpPr>
          <p:nvPr/>
        </p:nvSpPr>
        <p:spPr>
          <a:xfrm>
            <a:off x="3599993" y="1051560"/>
            <a:ext cx="196596" cy="45720"/>
          </a:xfrm>
          <a:prstGeom prst="rect">
            <a:avLst/>
          </a:prstGeom>
          <a:solidFill>
            <a:srgbClr val="60719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egmented Rule 19">
            <a:extLst>
              <a:ext uri="{FF2B5EF4-FFF2-40B4-BE49-F238E27FC236}">
                <a16:creationId xmlns:a16="http://schemas.microsoft.com/office/drawing/2014/main" id="{38C55671-A98D-B660-81D0-1266024FCC21}"/>
              </a:ext>
            </a:extLst>
          </p:cNvPr>
          <p:cNvSpPr>
            <a:spLocks noGrp="1"/>
          </p:cNvSpPr>
          <p:nvPr/>
        </p:nvSpPr>
        <p:spPr>
          <a:xfrm>
            <a:off x="3792931" y="1051560"/>
            <a:ext cx="196596" cy="45720"/>
          </a:xfrm>
          <a:prstGeom prst="rect">
            <a:avLst/>
          </a:prstGeom>
          <a:solidFill>
            <a:srgbClr val="63759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egmented Rule 20">
            <a:extLst>
              <a:ext uri="{FF2B5EF4-FFF2-40B4-BE49-F238E27FC236}">
                <a16:creationId xmlns:a16="http://schemas.microsoft.com/office/drawing/2014/main" id="{C890836D-547D-315A-4718-1E6C58D812DB}"/>
              </a:ext>
            </a:extLst>
          </p:cNvPr>
          <p:cNvSpPr>
            <a:spLocks noGrp="1"/>
          </p:cNvSpPr>
          <p:nvPr/>
        </p:nvSpPr>
        <p:spPr>
          <a:xfrm>
            <a:off x="3985870" y="1051560"/>
            <a:ext cx="196596" cy="45720"/>
          </a:xfrm>
          <a:prstGeom prst="rect">
            <a:avLst/>
          </a:prstGeom>
          <a:solidFill>
            <a:srgbClr val="67789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egmented Rule 21">
            <a:extLst>
              <a:ext uri="{FF2B5EF4-FFF2-40B4-BE49-F238E27FC236}">
                <a16:creationId xmlns:a16="http://schemas.microsoft.com/office/drawing/2014/main" id="{41B0AD0E-88C8-80A2-617D-2BF70BAF027A}"/>
              </a:ext>
            </a:extLst>
          </p:cNvPr>
          <p:cNvSpPr>
            <a:spLocks noGrp="1"/>
          </p:cNvSpPr>
          <p:nvPr/>
        </p:nvSpPr>
        <p:spPr>
          <a:xfrm>
            <a:off x="4178808" y="1051560"/>
            <a:ext cx="196596" cy="45720"/>
          </a:xfrm>
          <a:prstGeom prst="rect">
            <a:avLst/>
          </a:prstGeom>
          <a:solidFill>
            <a:srgbClr val="6B7B9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egmented Rule 22">
            <a:extLst>
              <a:ext uri="{FF2B5EF4-FFF2-40B4-BE49-F238E27FC236}">
                <a16:creationId xmlns:a16="http://schemas.microsoft.com/office/drawing/2014/main" id="{AE642843-8B73-CD7C-6478-391755479871}"/>
              </a:ext>
            </a:extLst>
          </p:cNvPr>
          <p:cNvSpPr>
            <a:spLocks noGrp="1"/>
          </p:cNvSpPr>
          <p:nvPr/>
        </p:nvSpPr>
        <p:spPr>
          <a:xfrm>
            <a:off x="4371746" y="1051560"/>
            <a:ext cx="196596" cy="45720"/>
          </a:xfrm>
          <a:prstGeom prst="rect">
            <a:avLst/>
          </a:prstGeom>
          <a:solidFill>
            <a:srgbClr val="6F7F9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egmented Rule 23">
            <a:extLst>
              <a:ext uri="{FF2B5EF4-FFF2-40B4-BE49-F238E27FC236}">
                <a16:creationId xmlns:a16="http://schemas.microsoft.com/office/drawing/2014/main" id="{BF25A989-6B57-8B55-7E26-1F49ADCA4C53}"/>
              </a:ext>
            </a:extLst>
          </p:cNvPr>
          <p:cNvSpPr>
            <a:spLocks noGrp="1"/>
          </p:cNvSpPr>
          <p:nvPr/>
        </p:nvSpPr>
        <p:spPr>
          <a:xfrm>
            <a:off x="4564685" y="1051560"/>
            <a:ext cx="196596" cy="45720"/>
          </a:xfrm>
          <a:prstGeom prst="rect">
            <a:avLst/>
          </a:prstGeom>
          <a:solidFill>
            <a:srgbClr val="73829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egmented Rule 24">
            <a:extLst>
              <a:ext uri="{FF2B5EF4-FFF2-40B4-BE49-F238E27FC236}">
                <a16:creationId xmlns:a16="http://schemas.microsoft.com/office/drawing/2014/main" id="{D54C5A75-BA1B-0654-397D-9225BFA096B5}"/>
              </a:ext>
            </a:extLst>
          </p:cNvPr>
          <p:cNvSpPr>
            <a:spLocks noGrp="1"/>
          </p:cNvSpPr>
          <p:nvPr/>
        </p:nvSpPr>
        <p:spPr>
          <a:xfrm>
            <a:off x="4757623" y="1051560"/>
            <a:ext cx="196596" cy="45720"/>
          </a:xfrm>
          <a:prstGeom prst="rect">
            <a:avLst/>
          </a:prstGeom>
          <a:solidFill>
            <a:srgbClr val="7686A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egmented Rule 25">
            <a:extLst>
              <a:ext uri="{FF2B5EF4-FFF2-40B4-BE49-F238E27FC236}">
                <a16:creationId xmlns:a16="http://schemas.microsoft.com/office/drawing/2014/main" id="{B5B6CCF0-E68E-2FFC-8E2E-E9F6EA026E29}"/>
              </a:ext>
            </a:extLst>
          </p:cNvPr>
          <p:cNvSpPr>
            <a:spLocks noGrp="1"/>
          </p:cNvSpPr>
          <p:nvPr/>
        </p:nvSpPr>
        <p:spPr>
          <a:xfrm>
            <a:off x="4950562" y="1051560"/>
            <a:ext cx="196596" cy="45720"/>
          </a:xfrm>
          <a:prstGeom prst="rect">
            <a:avLst/>
          </a:prstGeom>
          <a:solidFill>
            <a:srgbClr val="7A89A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egmented Rule 26">
            <a:extLst>
              <a:ext uri="{FF2B5EF4-FFF2-40B4-BE49-F238E27FC236}">
                <a16:creationId xmlns:a16="http://schemas.microsoft.com/office/drawing/2014/main" id="{CB283A16-4742-0768-8D6E-F61F9BEB350B}"/>
              </a:ext>
            </a:extLst>
          </p:cNvPr>
          <p:cNvSpPr>
            <a:spLocks noGrp="1"/>
          </p:cNvSpPr>
          <p:nvPr/>
        </p:nvSpPr>
        <p:spPr>
          <a:xfrm>
            <a:off x="5143500" y="1051560"/>
            <a:ext cx="196596" cy="45720"/>
          </a:xfrm>
          <a:prstGeom prst="rect">
            <a:avLst/>
          </a:prstGeom>
          <a:solidFill>
            <a:srgbClr val="7E8CA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egmented Rule 27">
            <a:extLst>
              <a:ext uri="{FF2B5EF4-FFF2-40B4-BE49-F238E27FC236}">
                <a16:creationId xmlns:a16="http://schemas.microsoft.com/office/drawing/2014/main" id="{17D1A476-036C-B7AD-72E3-224247FB9389}"/>
              </a:ext>
            </a:extLst>
          </p:cNvPr>
          <p:cNvSpPr>
            <a:spLocks noGrp="1"/>
          </p:cNvSpPr>
          <p:nvPr/>
        </p:nvSpPr>
        <p:spPr>
          <a:xfrm>
            <a:off x="5336438" y="1051560"/>
            <a:ext cx="196596" cy="45720"/>
          </a:xfrm>
          <a:prstGeom prst="rect">
            <a:avLst/>
          </a:prstGeom>
          <a:solidFill>
            <a:srgbClr val="8290A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egmented Rule 28">
            <a:extLst>
              <a:ext uri="{FF2B5EF4-FFF2-40B4-BE49-F238E27FC236}">
                <a16:creationId xmlns:a16="http://schemas.microsoft.com/office/drawing/2014/main" id="{F3615232-179B-F7D1-89EE-31F926B002A9}"/>
              </a:ext>
            </a:extLst>
          </p:cNvPr>
          <p:cNvSpPr>
            <a:spLocks noGrp="1"/>
          </p:cNvSpPr>
          <p:nvPr/>
        </p:nvSpPr>
        <p:spPr>
          <a:xfrm>
            <a:off x="5529377" y="1051560"/>
            <a:ext cx="196596" cy="45720"/>
          </a:xfrm>
          <a:prstGeom prst="rect">
            <a:avLst/>
          </a:prstGeom>
          <a:solidFill>
            <a:srgbClr val="8693A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egmented Rule 29">
            <a:extLst>
              <a:ext uri="{FF2B5EF4-FFF2-40B4-BE49-F238E27FC236}">
                <a16:creationId xmlns:a16="http://schemas.microsoft.com/office/drawing/2014/main" id="{0D791E55-0242-4BEF-5D8A-FA65DCAC16F7}"/>
              </a:ext>
            </a:extLst>
          </p:cNvPr>
          <p:cNvSpPr>
            <a:spLocks noGrp="1"/>
          </p:cNvSpPr>
          <p:nvPr/>
        </p:nvSpPr>
        <p:spPr>
          <a:xfrm>
            <a:off x="5722315" y="1051560"/>
            <a:ext cx="196596" cy="45720"/>
          </a:xfrm>
          <a:prstGeom prst="rect">
            <a:avLst/>
          </a:prstGeom>
          <a:solidFill>
            <a:srgbClr val="8996A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egmented Rule 30">
            <a:extLst>
              <a:ext uri="{FF2B5EF4-FFF2-40B4-BE49-F238E27FC236}">
                <a16:creationId xmlns:a16="http://schemas.microsoft.com/office/drawing/2014/main" id="{266D461C-A073-194F-77F1-0C263D762BEE}"/>
              </a:ext>
            </a:extLst>
          </p:cNvPr>
          <p:cNvSpPr>
            <a:spLocks noGrp="1"/>
          </p:cNvSpPr>
          <p:nvPr/>
        </p:nvSpPr>
        <p:spPr>
          <a:xfrm>
            <a:off x="5915254" y="1051560"/>
            <a:ext cx="196596" cy="45720"/>
          </a:xfrm>
          <a:prstGeom prst="rect">
            <a:avLst/>
          </a:prstGeom>
          <a:solidFill>
            <a:srgbClr val="8D9AB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egmented Rule 31">
            <a:extLst>
              <a:ext uri="{FF2B5EF4-FFF2-40B4-BE49-F238E27FC236}">
                <a16:creationId xmlns:a16="http://schemas.microsoft.com/office/drawing/2014/main" id="{C7C755C2-47CD-5845-1BA6-35C0C9FA3D6D}"/>
              </a:ext>
            </a:extLst>
          </p:cNvPr>
          <p:cNvSpPr>
            <a:spLocks noGrp="1"/>
          </p:cNvSpPr>
          <p:nvPr/>
        </p:nvSpPr>
        <p:spPr>
          <a:xfrm>
            <a:off x="6108192" y="1051560"/>
            <a:ext cx="196596" cy="45720"/>
          </a:xfrm>
          <a:prstGeom prst="rect">
            <a:avLst/>
          </a:prstGeom>
          <a:solidFill>
            <a:srgbClr val="919DB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egmented Rule 32">
            <a:extLst>
              <a:ext uri="{FF2B5EF4-FFF2-40B4-BE49-F238E27FC236}">
                <a16:creationId xmlns:a16="http://schemas.microsoft.com/office/drawing/2014/main" id="{322739CC-241D-38E0-1371-10EEE034F5E2}"/>
              </a:ext>
            </a:extLst>
          </p:cNvPr>
          <p:cNvSpPr>
            <a:spLocks noGrp="1"/>
          </p:cNvSpPr>
          <p:nvPr/>
        </p:nvSpPr>
        <p:spPr>
          <a:xfrm>
            <a:off x="6301130" y="1051560"/>
            <a:ext cx="196596" cy="45720"/>
          </a:xfrm>
          <a:prstGeom prst="rect">
            <a:avLst/>
          </a:prstGeom>
          <a:solidFill>
            <a:srgbClr val="95A1B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egmented Rule 33">
            <a:extLst>
              <a:ext uri="{FF2B5EF4-FFF2-40B4-BE49-F238E27FC236}">
                <a16:creationId xmlns:a16="http://schemas.microsoft.com/office/drawing/2014/main" id="{41789425-B9E6-F1C1-25DD-A8B37A22E5D6}"/>
              </a:ext>
            </a:extLst>
          </p:cNvPr>
          <p:cNvSpPr>
            <a:spLocks noGrp="1"/>
          </p:cNvSpPr>
          <p:nvPr/>
        </p:nvSpPr>
        <p:spPr>
          <a:xfrm>
            <a:off x="6494069" y="1051560"/>
            <a:ext cx="196596" cy="45720"/>
          </a:xfrm>
          <a:prstGeom prst="rect">
            <a:avLst/>
          </a:prstGeom>
          <a:solidFill>
            <a:srgbClr val="98A4B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egmented Rule 34">
            <a:extLst>
              <a:ext uri="{FF2B5EF4-FFF2-40B4-BE49-F238E27FC236}">
                <a16:creationId xmlns:a16="http://schemas.microsoft.com/office/drawing/2014/main" id="{CF92F02B-9C73-AC50-4B04-9C448019784B}"/>
              </a:ext>
            </a:extLst>
          </p:cNvPr>
          <p:cNvSpPr>
            <a:spLocks noGrp="1"/>
          </p:cNvSpPr>
          <p:nvPr/>
        </p:nvSpPr>
        <p:spPr>
          <a:xfrm>
            <a:off x="6687007" y="1051560"/>
            <a:ext cx="196596" cy="45720"/>
          </a:xfrm>
          <a:prstGeom prst="rect">
            <a:avLst/>
          </a:prstGeom>
          <a:solidFill>
            <a:srgbClr val="9CA7B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egmented Rule 35">
            <a:extLst>
              <a:ext uri="{FF2B5EF4-FFF2-40B4-BE49-F238E27FC236}">
                <a16:creationId xmlns:a16="http://schemas.microsoft.com/office/drawing/2014/main" id="{63F7F964-F22F-46F7-EEDA-BD4FBD762D8B}"/>
              </a:ext>
            </a:extLst>
          </p:cNvPr>
          <p:cNvSpPr>
            <a:spLocks noGrp="1"/>
          </p:cNvSpPr>
          <p:nvPr/>
        </p:nvSpPr>
        <p:spPr>
          <a:xfrm>
            <a:off x="6879946" y="1051560"/>
            <a:ext cx="196596" cy="45720"/>
          </a:xfrm>
          <a:prstGeom prst="rect">
            <a:avLst/>
          </a:prstGeom>
          <a:solidFill>
            <a:srgbClr val="A0ABB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egmented Rule 36">
            <a:extLst>
              <a:ext uri="{FF2B5EF4-FFF2-40B4-BE49-F238E27FC236}">
                <a16:creationId xmlns:a16="http://schemas.microsoft.com/office/drawing/2014/main" id="{B469BC1E-1391-D3EB-D577-D4B611F1BB15}"/>
              </a:ext>
            </a:extLst>
          </p:cNvPr>
          <p:cNvSpPr>
            <a:spLocks noGrp="1"/>
          </p:cNvSpPr>
          <p:nvPr/>
        </p:nvSpPr>
        <p:spPr>
          <a:xfrm>
            <a:off x="7072884" y="1051560"/>
            <a:ext cx="196596" cy="45720"/>
          </a:xfrm>
          <a:prstGeom prst="rect">
            <a:avLst/>
          </a:prstGeom>
          <a:solidFill>
            <a:srgbClr val="A4AEC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egmented Rule 37">
            <a:extLst>
              <a:ext uri="{FF2B5EF4-FFF2-40B4-BE49-F238E27FC236}">
                <a16:creationId xmlns:a16="http://schemas.microsoft.com/office/drawing/2014/main" id="{D969AAFD-F9E8-D105-9131-3F1F1F578F82}"/>
              </a:ext>
            </a:extLst>
          </p:cNvPr>
          <p:cNvSpPr>
            <a:spLocks noGrp="1"/>
          </p:cNvSpPr>
          <p:nvPr/>
        </p:nvSpPr>
        <p:spPr>
          <a:xfrm>
            <a:off x="7265822" y="1051560"/>
            <a:ext cx="196596" cy="45720"/>
          </a:xfrm>
          <a:prstGeom prst="rect">
            <a:avLst/>
          </a:prstGeom>
          <a:solidFill>
            <a:srgbClr val="A8B1C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egmented Rule 38">
            <a:extLst>
              <a:ext uri="{FF2B5EF4-FFF2-40B4-BE49-F238E27FC236}">
                <a16:creationId xmlns:a16="http://schemas.microsoft.com/office/drawing/2014/main" id="{1D57AC59-A9A0-57DB-E089-ACBC36A64833}"/>
              </a:ext>
            </a:extLst>
          </p:cNvPr>
          <p:cNvSpPr>
            <a:spLocks noGrp="1"/>
          </p:cNvSpPr>
          <p:nvPr/>
        </p:nvSpPr>
        <p:spPr>
          <a:xfrm>
            <a:off x="7458761" y="1051560"/>
            <a:ext cx="196596" cy="45720"/>
          </a:xfrm>
          <a:prstGeom prst="rect">
            <a:avLst/>
          </a:prstGeom>
          <a:solidFill>
            <a:srgbClr val="ABB5C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egmented Rule 39">
            <a:extLst>
              <a:ext uri="{FF2B5EF4-FFF2-40B4-BE49-F238E27FC236}">
                <a16:creationId xmlns:a16="http://schemas.microsoft.com/office/drawing/2014/main" id="{4548FA6D-FC67-C6E4-7BC0-A44E69E2AE74}"/>
              </a:ext>
            </a:extLst>
          </p:cNvPr>
          <p:cNvSpPr>
            <a:spLocks noGrp="1"/>
          </p:cNvSpPr>
          <p:nvPr/>
        </p:nvSpPr>
        <p:spPr>
          <a:xfrm>
            <a:off x="7651699" y="1051560"/>
            <a:ext cx="196596" cy="45720"/>
          </a:xfrm>
          <a:prstGeom prst="rect">
            <a:avLst/>
          </a:prstGeom>
          <a:solidFill>
            <a:srgbClr val="AFB8C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egmented Rule 40">
            <a:extLst>
              <a:ext uri="{FF2B5EF4-FFF2-40B4-BE49-F238E27FC236}">
                <a16:creationId xmlns:a16="http://schemas.microsoft.com/office/drawing/2014/main" id="{27EC4B2D-9D78-14BB-D0FF-973F3688D9AC}"/>
              </a:ext>
            </a:extLst>
          </p:cNvPr>
          <p:cNvSpPr>
            <a:spLocks noGrp="1"/>
          </p:cNvSpPr>
          <p:nvPr/>
        </p:nvSpPr>
        <p:spPr>
          <a:xfrm>
            <a:off x="7844638" y="1051560"/>
            <a:ext cx="196596" cy="45720"/>
          </a:xfrm>
          <a:prstGeom prst="rect">
            <a:avLst/>
          </a:prstGeom>
          <a:solidFill>
            <a:srgbClr val="B3BCC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egmented Rule 41">
            <a:extLst>
              <a:ext uri="{FF2B5EF4-FFF2-40B4-BE49-F238E27FC236}">
                <a16:creationId xmlns:a16="http://schemas.microsoft.com/office/drawing/2014/main" id="{C66BF302-8C07-8DE0-0EF9-91FB34BBE12B}"/>
              </a:ext>
            </a:extLst>
          </p:cNvPr>
          <p:cNvSpPr>
            <a:spLocks noGrp="1"/>
          </p:cNvSpPr>
          <p:nvPr/>
        </p:nvSpPr>
        <p:spPr>
          <a:xfrm>
            <a:off x="8037576" y="1051560"/>
            <a:ext cx="196596" cy="45720"/>
          </a:xfrm>
          <a:prstGeom prst="rect">
            <a:avLst/>
          </a:prstGeom>
          <a:solidFill>
            <a:srgbClr val="B7BFC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egmented Rule 42">
            <a:extLst>
              <a:ext uri="{FF2B5EF4-FFF2-40B4-BE49-F238E27FC236}">
                <a16:creationId xmlns:a16="http://schemas.microsoft.com/office/drawing/2014/main" id="{14FC426A-9AA1-DC88-BACC-905B5C0E6824}"/>
              </a:ext>
            </a:extLst>
          </p:cNvPr>
          <p:cNvSpPr>
            <a:spLocks noGrp="1"/>
          </p:cNvSpPr>
          <p:nvPr/>
        </p:nvSpPr>
        <p:spPr>
          <a:xfrm>
            <a:off x="8230514" y="1051560"/>
            <a:ext cx="196596" cy="45720"/>
          </a:xfrm>
          <a:prstGeom prst="rect">
            <a:avLst/>
          </a:prstGeom>
          <a:solidFill>
            <a:srgbClr val="BBC2D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egmented Rule 43">
            <a:extLst>
              <a:ext uri="{FF2B5EF4-FFF2-40B4-BE49-F238E27FC236}">
                <a16:creationId xmlns:a16="http://schemas.microsoft.com/office/drawing/2014/main" id="{C82D57F6-1DA4-2571-53E4-76EDFA39E4A3}"/>
              </a:ext>
            </a:extLst>
          </p:cNvPr>
          <p:cNvSpPr>
            <a:spLocks noGrp="1"/>
          </p:cNvSpPr>
          <p:nvPr/>
        </p:nvSpPr>
        <p:spPr>
          <a:xfrm>
            <a:off x="8423453" y="1051560"/>
            <a:ext cx="196596" cy="45720"/>
          </a:xfrm>
          <a:prstGeom prst="rect">
            <a:avLst/>
          </a:prstGeom>
          <a:solidFill>
            <a:srgbClr val="BEC6D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egmented Rule 44">
            <a:extLst>
              <a:ext uri="{FF2B5EF4-FFF2-40B4-BE49-F238E27FC236}">
                <a16:creationId xmlns:a16="http://schemas.microsoft.com/office/drawing/2014/main" id="{8E4E9496-9A2E-F1FB-3414-787A2DF96B00}"/>
              </a:ext>
            </a:extLst>
          </p:cNvPr>
          <p:cNvSpPr>
            <a:spLocks noGrp="1"/>
          </p:cNvSpPr>
          <p:nvPr/>
        </p:nvSpPr>
        <p:spPr>
          <a:xfrm>
            <a:off x="8616391" y="1051560"/>
            <a:ext cx="196596" cy="45720"/>
          </a:xfrm>
          <a:prstGeom prst="rect">
            <a:avLst/>
          </a:prstGeom>
          <a:solidFill>
            <a:srgbClr val="C2C9D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egmented Rule 45">
            <a:extLst>
              <a:ext uri="{FF2B5EF4-FFF2-40B4-BE49-F238E27FC236}">
                <a16:creationId xmlns:a16="http://schemas.microsoft.com/office/drawing/2014/main" id="{39BB7016-5DCB-5DFF-CC37-A868995BBDA8}"/>
              </a:ext>
            </a:extLst>
          </p:cNvPr>
          <p:cNvSpPr>
            <a:spLocks noGrp="1"/>
          </p:cNvSpPr>
          <p:nvPr/>
        </p:nvSpPr>
        <p:spPr>
          <a:xfrm>
            <a:off x="8809330" y="1051560"/>
            <a:ext cx="196596" cy="45720"/>
          </a:xfrm>
          <a:prstGeom prst="rect">
            <a:avLst/>
          </a:prstGeom>
          <a:solidFill>
            <a:srgbClr val="C6CCD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egmented Rule 46">
            <a:extLst>
              <a:ext uri="{FF2B5EF4-FFF2-40B4-BE49-F238E27FC236}">
                <a16:creationId xmlns:a16="http://schemas.microsoft.com/office/drawing/2014/main" id="{F29EA1FD-C623-29E5-CCCE-63AD054D7B69}"/>
              </a:ext>
            </a:extLst>
          </p:cNvPr>
          <p:cNvSpPr>
            <a:spLocks noGrp="1"/>
          </p:cNvSpPr>
          <p:nvPr/>
        </p:nvSpPr>
        <p:spPr>
          <a:xfrm>
            <a:off x="9002268" y="1051560"/>
            <a:ext cx="196596" cy="45720"/>
          </a:xfrm>
          <a:prstGeom prst="rect">
            <a:avLst/>
          </a:prstGeom>
          <a:solidFill>
            <a:srgbClr val="CAD0D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egmented Rule 47">
            <a:extLst>
              <a:ext uri="{FF2B5EF4-FFF2-40B4-BE49-F238E27FC236}">
                <a16:creationId xmlns:a16="http://schemas.microsoft.com/office/drawing/2014/main" id="{BB141EDF-F4D6-FCA1-A85D-A32FF4B92D8B}"/>
              </a:ext>
            </a:extLst>
          </p:cNvPr>
          <p:cNvSpPr>
            <a:spLocks noGrp="1"/>
          </p:cNvSpPr>
          <p:nvPr/>
        </p:nvSpPr>
        <p:spPr>
          <a:xfrm>
            <a:off x="9195206" y="1051560"/>
            <a:ext cx="196596" cy="45720"/>
          </a:xfrm>
          <a:prstGeom prst="rect">
            <a:avLst/>
          </a:prstGeom>
          <a:solidFill>
            <a:srgbClr val="CED3D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Segmented Rule 48">
            <a:extLst>
              <a:ext uri="{FF2B5EF4-FFF2-40B4-BE49-F238E27FC236}">
                <a16:creationId xmlns:a16="http://schemas.microsoft.com/office/drawing/2014/main" id="{30BAEF6C-4DF4-509C-A637-10589D1C2ACB}"/>
              </a:ext>
            </a:extLst>
          </p:cNvPr>
          <p:cNvSpPr>
            <a:spLocks noGrp="1"/>
          </p:cNvSpPr>
          <p:nvPr/>
        </p:nvSpPr>
        <p:spPr>
          <a:xfrm>
            <a:off x="9388145" y="1051560"/>
            <a:ext cx="196596" cy="45720"/>
          </a:xfrm>
          <a:prstGeom prst="rect">
            <a:avLst/>
          </a:prstGeom>
          <a:solidFill>
            <a:srgbClr val="D1D7D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egmented Rule 49">
            <a:extLst>
              <a:ext uri="{FF2B5EF4-FFF2-40B4-BE49-F238E27FC236}">
                <a16:creationId xmlns:a16="http://schemas.microsoft.com/office/drawing/2014/main" id="{42DD65FE-2BB8-3B2B-438A-89D45CE13F4C}"/>
              </a:ext>
            </a:extLst>
          </p:cNvPr>
          <p:cNvSpPr>
            <a:spLocks noGrp="1"/>
          </p:cNvSpPr>
          <p:nvPr/>
        </p:nvSpPr>
        <p:spPr>
          <a:xfrm>
            <a:off x="9581083" y="1051560"/>
            <a:ext cx="196596" cy="45720"/>
          </a:xfrm>
          <a:prstGeom prst="rect">
            <a:avLst/>
          </a:prstGeom>
          <a:solidFill>
            <a:srgbClr val="D5DAE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Segmented Rule 50">
            <a:extLst>
              <a:ext uri="{FF2B5EF4-FFF2-40B4-BE49-F238E27FC236}">
                <a16:creationId xmlns:a16="http://schemas.microsoft.com/office/drawing/2014/main" id="{7BF568B0-A377-D1A7-8658-8121CC4D7987}"/>
              </a:ext>
            </a:extLst>
          </p:cNvPr>
          <p:cNvSpPr>
            <a:spLocks noGrp="1"/>
          </p:cNvSpPr>
          <p:nvPr/>
        </p:nvSpPr>
        <p:spPr>
          <a:xfrm>
            <a:off x="9774022" y="1051560"/>
            <a:ext cx="196596" cy="45720"/>
          </a:xfrm>
          <a:prstGeom prst="rect">
            <a:avLst/>
          </a:prstGeom>
          <a:solidFill>
            <a:srgbClr val="D9DDE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egmented Rule 51">
            <a:extLst>
              <a:ext uri="{FF2B5EF4-FFF2-40B4-BE49-F238E27FC236}">
                <a16:creationId xmlns:a16="http://schemas.microsoft.com/office/drawing/2014/main" id="{D95C09FE-87B2-3B13-1BFD-D586D6DD36DD}"/>
              </a:ext>
            </a:extLst>
          </p:cNvPr>
          <p:cNvSpPr>
            <a:spLocks noGrp="1"/>
          </p:cNvSpPr>
          <p:nvPr/>
        </p:nvSpPr>
        <p:spPr>
          <a:xfrm>
            <a:off x="9966960" y="1051560"/>
            <a:ext cx="196596" cy="45720"/>
          </a:xfrm>
          <a:prstGeom prst="rect">
            <a:avLst/>
          </a:prstGeom>
          <a:solidFill>
            <a:srgbClr val="DDE1E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Segmented Rule 52">
            <a:extLst>
              <a:ext uri="{FF2B5EF4-FFF2-40B4-BE49-F238E27FC236}">
                <a16:creationId xmlns:a16="http://schemas.microsoft.com/office/drawing/2014/main" id="{D11D8A7E-F66E-41C7-9C7A-811D3B52CB18}"/>
              </a:ext>
            </a:extLst>
          </p:cNvPr>
          <p:cNvSpPr>
            <a:spLocks noGrp="1"/>
          </p:cNvSpPr>
          <p:nvPr/>
        </p:nvSpPr>
        <p:spPr>
          <a:xfrm>
            <a:off x="10159898" y="1051560"/>
            <a:ext cx="196596" cy="45720"/>
          </a:xfrm>
          <a:prstGeom prst="rect">
            <a:avLst/>
          </a:prstGeom>
          <a:solidFill>
            <a:srgbClr val="E1E4E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Segmented Rule 53">
            <a:extLst>
              <a:ext uri="{FF2B5EF4-FFF2-40B4-BE49-F238E27FC236}">
                <a16:creationId xmlns:a16="http://schemas.microsoft.com/office/drawing/2014/main" id="{8BB98C87-1D12-C7F5-54E7-90A718D795D4}"/>
              </a:ext>
            </a:extLst>
          </p:cNvPr>
          <p:cNvSpPr>
            <a:spLocks noGrp="1"/>
          </p:cNvSpPr>
          <p:nvPr/>
        </p:nvSpPr>
        <p:spPr>
          <a:xfrm>
            <a:off x="10352837" y="1051560"/>
            <a:ext cx="196596" cy="45720"/>
          </a:xfrm>
          <a:prstGeom prst="rect">
            <a:avLst/>
          </a:prstGeom>
          <a:solidFill>
            <a:srgbClr val="E4E7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egmented Rule 54">
            <a:extLst>
              <a:ext uri="{FF2B5EF4-FFF2-40B4-BE49-F238E27FC236}">
                <a16:creationId xmlns:a16="http://schemas.microsoft.com/office/drawing/2014/main" id="{686FAF08-0A62-D7D9-EE79-23A1F1877EE5}"/>
              </a:ext>
            </a:extLst>
          </p:cNvPr>
          <p:cNvSpPr>
            <a:spLocks noGrp="1"/>
          </p:cNvSpPr>
          <p:nvPr/>
        </p:nvSpPr>
        <p:spPr>
          <a:xfrm>
            <a:off x="10545775" y="1051560"/>
            <a:ext cx="196596" cy="45720"/>
          </a:xfrm>
          <a:prstGeom prst="rect">
            <a:avLst/>
          </a:prstGeom>
          <a:solidFill>
            <a:srgbClr val="E8EBE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egmented Rule 55">
            <a:extLst>
              <a:ext uri="{FF2B5EF4-FFF2-40B4-BE49-F238E27FC236}">
                <a16:creationId xmlns:a16="http://schemas.microsoft.com/office/drawing/2014/main" id="{BE0DB454-AED3-E2C5-A20C-834EF71170EC}"/>
              </a:ext>
            </a:extLst>
          </p:cNvPr>
          <p:cNvSpPr>
            <a:spLocks noGrp="1"/>
          </p:cNvSpPr>
          <p:nvPr/>
        </p:nvSpPr>
        <p:spPr>
          <a:xfrm>
            <a:off x="10738714" y="1051560"/>
            <a:ext cx="196596" cy="45720"/>
          </a:xfrm>
          <a:prstGeom prst="rect">
            <a:avLst/>
          </a:prstGeom>
          <a:solidFill>
            <a:srgbClr val="ECEEF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Segmented Rule 56">
            <a:extLst>
              <a:ext uri="{FF2B5EF4-FFF2-40B4-BE49-F238E27FC236}">
                <a16:creationId xmlns:a16="http://schemas.microsoft.com/office/drawing/2014/main" id="{DCB11D15-DE32-EA25-F0BD-271F5D3D276B}"/>
              </a:ext>
            </a:extLst>
          </p:cNvPr>
          <p:cNvSpPr>
            <a:spLocks noGrp="1"/>
          </p:cNvSpPr>
          <p:nvPr/>
        </p:nvSpPr>
        <p:spPr>
          <a:xfrm>
            <a:off x="10931652" y="1051560"/>
            <a:ext cx="196596" cy="45720"/>
          </a:xfrm>
          <a:prstGeom prst="rect">
            <a:avLst/>
          </a:prstGeom>
          <a:solidFill>
            <a:srgbClr val="F0F2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egmented Rule 57">
            <a:extLst>
              <a:ext uri="{FF2B5EF4-FFF2-40B4-BE49-F238E27FC236}">
                <a16:creationId xmlns:a16="http://schemas.microsoft.com/office/drawing/2014/main" id="{D1F18916-BEE2-7693-92C5-B55BB41BD8E2}"/>
              </a:ext>
            </a:extLst>
          </p:cNvPr>
          <p:cNvSpPr>
            <a:spLocks noGrp="1"/>
          </p:cNvSpPr>
          <p:nvPr/>
        </p:nvSpPr>
        <p:spPr>
          <a:xfrm>
            <a:off x="11124590" y="1051560"/>
            <a:ext cx="196596" cy="45720"/>
          </a:xfrm>
          <a:prstGeom prst="rect">
            <a:avLst/>
          </a:prstGeom>
          <a:solidFill>
            <a:srgbClr val="F4F5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egmented Rule 58">
            <a:extLst>
              <a:ext uri="{FF2B5EF4-FFF2-40B4-BE49-F238E27FC236}">
                <a16:creationId xmlns:a16="http://schemas.microsoft.com/office/drawing/2014/main" id="{49D13DFC-D0A3-5B80-D536-F5F2D6D31201}"/>
              </a:ext>
            </a:extLst>
          </p:cNvPr>
          <p:cNvSpPr>
            <a:spLocks noGrp="1"/>
          </p:cNvSpPr>
          <p:nvPr/>
        </p:nvSpPr>
        <p:spPr>
          <a:xfrm>
            <a:off x="11317529" y="1051560"/>
            <a:ext cx="196596" cy="45720"/>
          </a:xfrm>
          <a:prstGeom prst="rect">
            <a:avLst/>
          </a:prstGeom>
          <a:solidFill>
            <a:srgbClr val="F7F8F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Segmented Rule 59">
            <a:extLst>
              <a:ext uri="{FF2B5EF4-FFF2-40B4-BE49-F238E27FC236}">
                <a16:creationId xmlns:a16="http://schemas.microsoft.com/office/drawing/2014/main" id="{C838A86F-F25F-4D69-A9D3-2F1812992C1B}"/>
              </a:ext>
            </a:extLst>
          </p:cNvPr>
          <p:cNvSpPr>
            <a:spLocks noGrp="1"/>
          </p:cNvSpPr>
          <p:nvPr/>
        </p:nvSpPr>
        <p:spPr>
          <a:xfrm>
            <a:off x="11510467" y="1051560"/>
            <a:ext cx="196596" cy="45720"/>
          </a:xfrm>
          <a:prstGeom prst="rect">
            <a:avLst/>
          </a:prstGeom>
          <a:solidFill>
            <a:srgbClr val="FBFCF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Segmented Rule 60">
            <a:extLst>
              <a:ext uri="{FF2B5EF4-FFF2-40B4-BE49-F238E27FC236}">
                <a16:creationId xmlns:a16="http://schemas.microsoft.com/office/drawing/2014/main" id="{5D2FDECF-B853-738D-718D-2656E8BA2455}"/>
              </a:ext>
            </a:extLst>
          </p:cNvPr>
          <p:cNvSpPr>
            <a:spLocks noGrp="1"/>
          </p:cNvSpPr>
          <p:nvPr/>
        </p:nvSpPr>
        <p:spPr>
          <a:xfrm>
            <a:off x="11703406" y="1051560"/>
            <a:ext cx="196596" cy="45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chevron-132">
            <a:extLst>
              <a:ext uri="{FF2B5EF4-FFF2-40B4-BE49-F238E27FC236}">
                <a16:creationId xmlns:a16="http://schemas.microsoft.com/office/drawing/2014/main" id="{537FB216-A5EB-E1B4-D330-6F9E80C9585A}"/>
              </a:ext>
            </a:extLst>
          </p:cNvPr>
          <p:cNvSpPr>
            <a:spLocks noGrp="1"/>
          </p:cNvSpPr>
          <p:nvPr/>
        </p:nvSpPr>
        <p:spPr>
          <a:xfrm>
            <a:off x="7315200" y="1261872"/>
            <a:ext cx="4206240" cy="50292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 i="0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defRPr>
            </a:pPr>
            <a:endParaRPr sz="1575" b="1" i="0" dirty="0">
              <a:solidFill>
                <a:srgbClr val="1F3864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8D9A19B4-B725-6DFA-F7B7-866A9067D707}"/>
              </a:ext>
            </a:extLst>
          </p:cNvPr>
          <p:cNvSpPr txBox="1"/>
          <p:nvPr/>
        </p:nvSpPr>
        <p:spPr>
          <a:xfrm>
            <a:off x="4116651" y="1215031"/>
            <a:ext cx="30059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accent1">
                    <a:lumMod val="75000"/>
                  </a:schemeClr>
                </a:solidFill>
              </a:rPr>
              <a:t>Funsearch </a:t>
            </a:r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核心点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869E9432-C019-7110-00EB-8946E2F23E6E}"/>
              </a:ext>
            </a:extLst>
          </p:cNvPr>
          <p:cNvSpPr txBox="1"/>
          <p:nvPr/>
        </p:nvSpPr>
        <p:spPr>
          <a:xfrm>
            <a:off x="3931920" y="26619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161" name="流程图: 可选过程 160">
            <a:extLst>
              <a:ext uri="{FF2B5EF4-FFF2-40B4-BE49-F238E27FC236}">
                <a16:creationId xmlns:a16="http://schemas.microsoft.com/office/drawing/2014/main" id="{0BA4EC71-4AB2-19AD-DFE8-94764AE2DEEB}"/>
              </a:ext>
            </a:extLst>
          </p:cNvPr>
          <p:cNvSpPr/>
          <p:nvPr/>
        </p:nvSpPr>
        <p:spPr>
          <a:xfrm>
            <a:off x="1406876" y="2198963"/>
            <a:ext cx="4237057" cy="1461721"/>
          </a:xfrm>
          <a:prstGeom prst="flowChartAlternateProcess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2ECF3E5C-5603-00EC-124F-D77F6991942C}"/>
              </a:ext>
            </a:extLst>
          </p:cNvPr>
          <p:cNvSpPr txBox="1"/>
          <p:nvPr/>
        </p:nvSpPr>
        <p:spPr>
          <a:xfrm>
            <a:off x="1863547" y="2705725"/>
            <a:ext cx="3407669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b="1" dirty="0"/>
              <a:t>采样当前表现最佳的程序，将其反馈到LLM的提示中，让LLM在此基础上进一步改进</a:t>
            </a:r>
          </a:p>
          <a:p>
            <a:endParaRPr lang="zh-CN" altLang="en-US" sz="1600" b="1" dirty="0"/>
          </a:p>
        </p:txBody>
      </p:sp>
      <p:sp>
        <p:nvSpPr>
          <p:cNvPr id="165" name="流程图: 可选过程 164">
            <a:extLst>
              <a:ext uri="{FF2B5EF4-FFF2-40B4-BE49-F238E27FC236}">
                <a16:creationId xmlns:a16="http://schemas.microsoft.com/office/drawing/2014/main" id="{225E105D-BC0E-5694-C4AB-E301AFBDB065}"/>
              </a:ext>
            </a:extLst>
          </p:cNvPr>
          <p:cNvSpPr/>
          <p:nvPr/>
        </p:nvSpPr>
        <p:spPr>
          <a:xfrm>
            <a:off x="5847884" y="2177984"/>
            <a:ext cx="4304219" cy="1488226"/>
          </a:xfrm>
          <a:prstGeom prst="flowChartAlternateProcess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ED721B5D-05A3-3924-525C-D367590B0D33}"/>
              </a:ext>
            </a:extLst>
          </p:cNvPr>
          <p:cNvSpPr txBox="1"/>
          <p:nvPr/>
        </p:nvSpPr>
        <p:spPr>
          <a:xfrm>
            <a:off x="6185024" y="2608890"/>
            <a:ext cx="37180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以一个程序骨架（包含样板代码和可能已知的问题结构）作为起点，仅进化其中控制关键程序逻辑的部分</a:t>
            </a:r>
          </a:p>
          <a:p>
            <a:endParaRPr lang="zh-CN" altLang="en-US" sz="1600" b="1" dirty="0"/>
          </a:p>
        </p:txBody>
      </p:sp>
      <p:sp>
        <p:nvSpPr>
          <p:cNvPr id="168" name="流程图: 可选过程 167">
            <a:extLst>
              <a:ext uri="{FF2B5EF4-FFF2-40B4-BE49-F238E27FC236}">
                <a16:creationId xmlns:a16="http://schemas.microsoft.com/office/drawing/2014/main" id="{06E0EBC6-DE59-744B-0A94-92A3F3D8ED83}"/>
              </a:ext>
            </a:extLst>
          </p:cNvPr>
          <p:cNvSpPr/>
          <p:nvPr/>
        </p:nvSpPr>
        <p:spPr>
          <a:xfrm>
            <a:off x="1418096" y="3850148"/>
            <a:ext cx="4304219" cy="1753292"/>
          </a:xfrm>
          <a:prstGeom prst="flowChartAlternateProcess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BEA1B21B-A3BE-AC8C-DCFB-4435E41BEC71}"/>
              </a:ext>
            </a:extLst>
          </p:cNvPr>
          <p:cNvSpPr txBox="1"/>
          <p:nvPr/>
        </p:nvSpPr>
        <p:spPr>
          <a:xfrm>
            <a:off x="1863547" y="4392644"/>
            <a:ext cx="35918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/>
              <a:t>维护一个大规模的多样化程序池，采用基于岛屿的进化方法，鼓励探索并避免陷入局部最优。</a:t>
            </a:r>
          </a:p>
        </p:txBody>
      </p:sp>
      <p:sp>
        <p:nvSpPr>
          <p:cNvPr id="171" name="流程图: 可选过程 170">
            <a:extLst>
              <a:ext uri="{FF2B5EF4-FFF2-40B4-BE49-F238E27FC236}">
                <a16:creationId xmlns:a16="http://schemas.microsoft.com/office/drawing/2014/main" id="{BE8573FA-E5E1-C058-107C-7A50F56DC2BB}"/>
              </a:ext>
            </a:extLst>
          </p:cNvPr>
          <p:cNvSpPr/>
          <p:nvPr/>
        </p:nvSpPr>
        <p:spPr>
          <a:xfrm>
            <a:off x="5915145" y="3842836"/>
            <a:ext cx="4392372" cy="1753292"/>
          </a:xfrm>
          <a:prstGeom prst="flowChartAlternateProcess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459D12C2-C0E5-0DD3-84B0-F0B9ED6D3CEA}"/>
              </a:ext>
            </a:extLst>
          </p:cNvPr>
          <p:cNvSpPr txBox="1"/>
          <p:nvPr/>
        </p:nvSpPr>
        <p:spPr>
          <a:xfrm>
            <a:off x="6349310" y="4269533"/>
            <a:ext cx="355376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利用FunSearch高度并行的特性，我们对其进行异步扩展，大幅拓宽了该方法发现新成果的适用范围，同时保持整体实验成本较低。</a:t>
            </a:r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34AE0780-9E26-0DA6-C455-6FFE8D8D8F39}"/>
              </a:ext>
            </a:extLst>
          </p:cNvPr>
          <p:cNvSpPr txBox="1"/>
          <p:nvPr/>
        </p:nvSpPr>
        <p:spPr>
          <a:xfrm>
            <a:off x="1523990" y="2253259"/>
            <a:ext cx="42370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最优样本提示（Best-shot prompting）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</a:endParaRPr>
          </a:p>
          <a:p>
            <a:endParaRPr lang="zh-CN" altLang="en-US" dirty="0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8EA86977-4420-26A1-6DCB-9A91556C5764}"/>
              </a:ext>
            </a:extLst>
          </p:cNvPr>
          <p:cNvSpPr txBox="1"/>
          <p:nvPr/>
        </p:nvSpPr>
        <p:spPr>
          <a:xfrm>
            <a:off x="6796030" y="2244131"/>
            <a:ext cx="2480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骨架程序（Skeleton）</a:t>
            </a:r>
            <a:endParaRPr lang="zh-CN" altLang="en-US" dirty="0"/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8D9107F1-C8E2-9967-DFE6-533BEE7BDB26}"/>
              </a:ext>
            </a:extLst>
          </p:cNvPr>
          <p:cNvSpPr txBox="1"/>
          <p:nvPr/>
        </p:nvSpPr>
        <p:spPr>
          <a:xfrm>
            <a:off x="1643917" y="3936730"/>
            <a:ext cx="4214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岛屿式进化（Island-based evolution）</a:t>
            </a:r>
            <a:endParaRPr lang="zh-CN" altLang="en-US" dirty="0"/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016019BE-2985-8439-E4E1-AEBE5F99C4E4}"/>
              </a:ext>
            </a:extLst>
          </p:cNvPr>
          <p:cNvSpPr txBox="1"/>
          <p:nvPr/>
        </p:nvSpPr>
        <p:spPr>
          <a:xfrm>
            <a:off x="6080726" y="3894736"/>
            <a:ext cx="4299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异步并行扩展（Asynchronous scaling）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33218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99DA571-A54C-CC8D-D3AB-A95DF8F1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966" y="2707609"/>
            <a:ext cx="7873498" cy="207954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83925E3-4E8B-D8CD-6C7D-3075C273A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8239" y="1273707"/>
            <a:ext cx="9229569" cy="125747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8FD3CB8-4BE7-7B96-B125-5D71DB09AC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30" y="1120849"/>
            <a:ext cx="1701838" cy="3510649"/>
          </a:xfrm>
          <a:prstGeom prst="rect">
            <a:avLst/>
          </a:prstGeom>
        </p:spPr>
      </p:pic>
      <p:sp>
        <p:nvSpPr>
          <p:cNvPr id="11" name="title-marker-1">
            <a:extLst>
              <a:ext uri="{FF2B5EF4-FFF2-40B4-BE49-F238E27FC236}">
                <a16:creationId xmlns:a16="http://schemas.microsoft.com/office/drawing/2014/main" id="{39B670AD-8043-C49D-6301-C3C7319020CE}"/>
              </a:ext>
            </a:extLst>
          </p:cNvPr>
          <p:cNvSpPr>
            <a:spLocks noGrp="1"/>
          </p:cNvSpPr>
          <p:nvPr/>
        </p:nvSpPr>
        <p:spPr>
          <a:xfrm>
            <a:off x="320040" y="365760"/>
            <a:ext cx="164592" cy="384048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itle-marker-2">
            <a:extLst>
              <a:ext uri="{FF2B5EF4-FFF2-40B4-BE49-F238E27FC236}">
                <a16:creationId xmlns:a16="http://schemas.microsoft.com/office/drawing/2014/main" id="{6246C1AE-C7DC-796F-34F0-22343BEBE163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73152" cy="384048"/>
          </a:xfrm>
          <a:prstGeom prst="rect">
            <a:avLst/>
          </a:prstGeom>
          <a:solidFill>
            <a:srgbClr val="2E5EA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lide-title">
            <a:extLst>
              <a:ext uri="{FF2B5EF4-FFF2-40B4-BE49-F238E27FC236}">
                <a16:creationId xmlns:a16="http://schemas.microsoft.com/office/drawing/2014/main" id="{15A37B2C-2561-0A67-9772-D984EBBBCA41}"/>
              </a:ext>
            </a:extLst>
          </p:cNvPr>
          <p:cNvSpPr>
            <a:spLocks noGrp="1"/>
          </p:cNvSpPr>
          <p:nvPr/>
        </p:nvSpPr>
        <p:spPr>
          <a:xfrm>
            <a:off x="868680" y="228600"/>
            <a:ext cx="108813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40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实验结果引用</a:t>
            </a:r>
            <a:endParaRPr sz="24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Segmented Rule 01">
            <a:extLst>
              <a:ext uri="{FF2B5EF4-FFF2-40B4-BE49-F238E27FC236}">
                <a16:creationId xmlns:a16="http://schemas.microsoft.com/office/drawing/2014/main" id="{37604437-982A-9645-1FD1-37B080DEA76B}"/>
              </a:ext>
            </a:extLst>
          </p:cNvPr>
          <p:cNvSpPr>
            <a:spLocks noGrp="1"/>
          </p:cNvSpPr>
          <p:nvPr/>
        </p:nvSpPr>
        <p:spPr>
          <a:xfrm>
            <a:off x="320040" y="1051560"/>
            <a:ext cx="196596" cy="4572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egmented Rule 02">
            <a:extLst>
              <a:ext uri="{FF2B5EF4-FFF2-40B4-BE49-F238E27FC236}">
                <a16:creationId xmlns:a16="http://schemas.microsoft.com/office/drawing/2014/main" id="{CC281DD5-05F3-2AB4-5E1F-7D7704243FD4}"/>
              </a:ext>
            </a:extLst>
          </p:cNvPr>
          <p:cNvSpPr>
            <a:spLocks noGrp="1"/>
          </p:cNvSpPr>
          <p:nvPr/>
        </p:nvSpPr>
        <p:spPr>
          <a:xfrm>
            <a:off x="512978" y="1051560"/>
            <a:ext cx="196596" cy="45720"/>
          </a:xfrm>
          <a:prstGeom prst="rect">
            <a:avLst/>
          </a:prstGeom>
          <a:solidFill>
            <a:srgbClr val="233B6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egmented Rule 03">
            <a:extLst>
              <a:ext uri="{FF2B5EF4-FFF2-40B4-BE49-F238E27FC236}">
                <a16:creationId xmlns:a16="http://schemas.microsoft.com/office/drawing/2014/main" id="{F4C62746-8718-60AC-52AE-6F7891797FFE}"/>
              </a:ext>
            </a:extLst>
          </p:cNvPr>
          <p:cNvSpPr>
            <a:spLocks noGrp="1"/>
          </p:cNvSpPr>
          <p:nvPr/>
        </p:nvSpPr>
        <p:spPr>
          <a:xfrm>
            <a:off x="705917" y="1051560"/>
            <a:ext cx="196596" cy="45720"/>
          </a:xfrm>
          <a:prstGeom prst="rect">
            <a:avLst/>
          </a:prstGeom>
          <a:solidFill>
            <a:srgbClr val="273F6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egmented Rule 04">
            <a:extLst>
              <a:ext uri="{FF2B5EF4-FFF2-40B4-BE49-F238E27FC236}">
                <a16:creationId xmlns:a16="http://schemas.microsoft.com/office/drawing/2014/main" id="{3771DCE1-20BE-54AB-FCA1-3992819DC65A}"/>
              </a:ext>
            </a:extLst>
          </p:cNvPr>
          <p:cNvSpPr>
            <a:spLocks noGrp="1"/>
          </p:cNvSpPr>
          <p:nvPr/>
        </p:nvSpPr>
        <p:spPr>
          <a:xfrm>
            <a:off x="898855" y="1051560"/>
            <a:ext cx="196596" cy="45720"/>
          </a:xfrm>
          <a:prstGeom prst="rect">
            <a:avLst/>
          </a:prstGeom>
          <a:solidFill>
            <a:srgbClr val="2A426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egmented Rule 05">
            <a:extLst>
              <a:ext uri="{FF2B5EF4-FFF2-40B4-BE49-F238E27FC236}">
                <a16:creationId xmlns:a16="http://schemas.microsoft.com/office/drawing/2014/main" id="{C5F285D7-C4E6-AC9C-1DD6-C897677949DE}"/>
              </a:ext>
            </a:extLst>
          </p:cNvPr>
          <p:cNvSpPr>
            <a:spLocks noGrp="1"/>
          </p:cNvSpPr>
          <p:nvPr/>
        </p:nvSpPr>
        <p:spPr>
          <a:xfrm>
            <a:off x="1091794" y="1051560"/>
            <a:ext cx="196596" cy="45720"/>
          </a:xfrm>
          <a:prstGeom prst="rect">
            <a:avLst/>
          </a:prstGeom>
          <a:solidFill>
            <a:srgbClr val="2E456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egmented Rule 06">
            <a:extLst>
              <a:ext uri="{FF2B5EF4-FFF2-40B4-BE49-F238E27FC236}">
                <a16:creationId xmlns:a16="http://schemas.microsoft.com/office/drawing/2014/main" id="{476735F6-A910-CDA1-8F1A-FF0605191932}"/>
              </a:ext>
            </a:extLst>
          </p:cNvPr>
          <p:cNvSpPr>
            <a:spLocks noGrp="1"/>
          </p:cNvSpPr>
          <p:nvPr/>
        </p:nvSpPr>
        <p:spPr>
          <a:xfrm>
            <a:off x="1284732" y="1051560"/>
            <a:ext cx="196596" cy="45720"/>
          </a:xfrm>
          <a:prstGeom prst="rect">
            <a:avLst/>
          </a:prstGeom>
          <a:solidFill>
            <a:srgbClr val="32497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egmented Rule 07">
            <a:extLst>
              <a:ext uri="{FF2B5EF4-FFF2-40B4-BE49-F238E27FC236}">
                <a16:creationId xmlns:a16="http://schemas.microsoft.com/office/drawing/2014/main" id="{4748DC76-EF0F-192F-FB4D-C28CD1FE6B9A}"/>
              </a:ext>
            </a:extLst>
          </p:cNvPr>
          <p:cNvSpPr>
            <a:spLocks noGrp="1"/>
          </p:cNvSpPr>
          <p:nvPr/>
        </p:nvSpPr>
        <p:spPr>
          <a:xfrm>
            <a:off x="1477670" y="1051560"/>
            <a:ext cx="196596" cy="45720"/>
          </a:xfrm>
          <a:prstGeom prst="rect">
            <a:avLst/>
          </a:prstGeom>
          <a:solidFill>
            <a:srgbClr val="364C7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egmented Rule 08">
            <a:extLst>
              <a:ext uri="{FF2B5EF4-FFF2-40B4-BE49-F238E27FC236}">
                <a16:creationId xmlns:a16="http://schemas.microsoft.com/office/drawing/2014/main" id="{05A5F4D2-D813-7598-1E55-3DC050E7A1AC}"/>
              </a:ext>
            </a:extLst>
          </p:cNvPr>
          <p:cNvSpPr>
            <a:spLocks noGrp="1"/>
          </p:cNvSpPr>
          <p:nvPr/>
        </p:nvSpPr>
        <p:spPr>
          <a:xfrm>
            <a:off x="1670609" y="1051560"/>
            <a:ext cx="196596" cy="45720"/>
          </a:xfrm>
          <a:prstGeom prst="rect">
            <a:avLst/>
          </a:prstGeom>
          <a:solidFill>
            <a:srgbClr val="3A507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egmented Rule 09">
            <a:extLst>
              <a:ext uri="{FF2B5EF4-FFF2-40B4-BE49-F238E27FC236}">
                <a16:creationId xmlns:a16="http://schemas.microsoft.com/office/drawing/2014/main" id="{ECF6C1EE-BF88-7470-0DA5-4A708DAAEF29}"/>
              </a:ext>
            </a:extLst>
          </p:cNvPr>
          <p:cNvSpPr>
            <a:spLocks noGrp="1"/>
          </p:cNvSpPr>
          <p:nvPr/>
        </p:nvSpPr>
        <p:spPr>
          <a:xfrm>
            <a:off x="1863547" y="1051560"/>
            <a:ext cx="196596" cy="45720"/>
          </a:xfrm>
          <a:prstGeom prst="rect">
            <a:avLst/>
          </a:prstGeom>
          <a:solidFill>
            <a:srgbClr val="3D537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egmented Rule 10">
            <a:extLst>
              <a:ext uri="{FF2B5EF4-FFF2-40B4-BE49-F238E27FC236}">
                <a16:creationId xmlns:a16="http://schemas.microsoft.com/office/drawing/2014/main" id="{9D31CFF0-4182-AAF9-AE6A-130182F5284B}"/>
              </a:ext>
            </a:extLst>
          </p:cNvPr>
          <p:cNvSpPr>
            <a:spLocks noGrp="1"/>
          </p:cNvSpPr>
          <p:nvPr/>
        </p:nvSpPr>
        <p:spPr>
          <a:xfrm>
            <a:off x="2056486" y="1051560"/>
            <a:ext cx="196596" cy="45720"/>
          </a:xfrm>
          <a:prstGeom prst="rect">
            <a:avLst/>
          </a:prstGeom>
          <a:solidFill>
            <a:srgbClr val="41567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egmented Rule 11">
            <a:extLst>
              <a:ext uri="{FF2B5EF4-FFF2-40B4-BE49-F238E27FC236}">
                <a16:creationId xmlns:a16="http://schemas.microsoft.com/office/drawing/2014/main" id="{7692AF5C-3513-D909-4575-5EFDEEF77C7E}"/>
              </a:ext>
            </a:extLst>
          </p:cNvPr>
          <p:cNvSpPr>
            <a:spLocks noGrp="1"/>
          </p:cNvSpPr>
          <p:nvPr/>
        </p:nvSpPr>
        <p:spPr>
          <a:xfrm>
            <a:off x="2249424" y="1051560"/>
            <a:ext cx="196596" cy="45720"/>
          </a:xfrm>
          <a:prstGeom prst="rect">
            <a:avLst/>
          </a:prstGeom>
          <a:solidFill>
            <a:srgbClr val="455A7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egmented Rule 12">
            <a:extLst>
              <a:ext uri="{FF2B5EF4-FFF2-40B4-BE49-F238E27FC236}">
                <a16:creationId xmlns:a16="http://schemas.microsoft.com/office/drawing/2014/main" id="{0C67A82B-4BDC-84EB-C92A-89412D6C53DB}"/>
              </a:ext>
            </a:extLst>
          </p:cNvPr>
          <p:cNvSpPr>
            <a:spLocks noGrp="1"/>
          </p:cNvSpPr>
          <p:nvPr/>
        </p:nvSpPr>
        <p:spPr>
          <a:xfrm>
            <a:off x="2442362" y="1051560"/>
            <a:ext cx="196596" cy="45720"/>
          </a:xfrm>
          <a:prstGeom prst="rect">
            <a:avLst/>
          </a:prstGeom>
          <a:solidFill>
            <a:srgbClr val="495D8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egmented Rule 13">
            <a:extLst>
              <a:ext uri="{FF2B5EF4-FFF2-40B4-BE49-F238E27FC236}">
                <a16:creationId xmlns:a16="http://schemas.microsoft.com/office/drawing/2014/main" id="{FEF6A2E6-A17E-0385-D625-37E0F31CFB41}"/>
              </a:ext>
            </a:extLst>
          </p:cNvPr>
          <p:cNvSpPr>
            <a:spLocks noGrp="1"/>
          </p:cNvSpPr>
          <p:nvPr/>
        </p:nvSpPr>
        <p:spPr>
          <a:xfrm>
            <a:off x="2635301" y="1051560"/>
            <a:ext cx="196596" cy="45720"/>
          </a:xfrm>
          <a:prstGeom prst="rect">
            <a:avLst/>
          </a:prstGeom>
          <a:solidFill>
            <a:srgbClr val="4D608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egmented Rule 14">
            <a:extLst>
              <a:ext uri="{FF2B5EF4-FFF2-40B4-BE49-F238E27FC236}">
                <a16:creationId xmlns:a16="http://schemas.microsoft.com/office/drawing/2014/main" id="{332CB38F-DD55-44F6-FAE7-AD4FFDC2C449}"/>
              </a:ext>
            </a:extLst>
          </p:cNvPr>
          <p:cNvSpPr>
            <a:spLocks noGrp="1"/>
          </p:cNvSpPr>
          <p:nvPr/>
        </p:nvSpPr>
        <p:spPr>
          <a:xfrm>
            <a:off x="2828239" y="1051560"/>
            <a:ext cx="196596" cy="45720"/>
          </a:xfrm>
          <a:prstGeom prst="rect">
            <a:avLst/>
          </a:prstGeom>
          <a:solidFill>
            <a:srgbClr val="50648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egmented Rule 15">
            <a:extLst>
              <a:ext uri="{FF2B5EF4-FFF2-40B4-BE49-F238E27FC236}">
                <a16:creationId xmlns:a16="http://schemas.microsoft.com/office/drawing/2014/main" id="{A81C490B-DA1A-E67C-35C4-256ED451AFB2}"/>
              </a:ext>
            </a:extLst>
          </p:cNvPr>
          <p:cNvSpPr>
            <a:spLocks noGrp="1"/>
          </p:cNvSpPr>
          <p:nvPr/>
        </p:nvSpPr>
        <p:spPr>
          <a:xfrm>
            <a:off x="3021178" y="1051560"/>
            <a:ext cx="196596" cy="45720"/>
          </a:xfrm>
          <a:prstGeom prst="rect">
            <a:avLst/>
          </a:prstGeom>
          <a:solidFill>
            <a:srgbClr val="54678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egmented Rule 16">
            <a:extLst>
              <a:ext uri="{FF2B5EF4-FFF2-40B4-BE49-F238E27FC236}">
                <a16:creationId xmlns:a16="http://schemas.microsoft.com/office/drawing/2014/main" id="{1969695E-319B-73DA-5DAB-81D3F0E3D1D9}"/>
              </a:ext>
            </a:extLst>
          </p:cNvPr>
          <p:cNvSpPr>
            <a:spLocks noGrp="1"/>
          </p:cNvSpPr>
          <p:nvPr/>
        </p:nvSpPr>
        <p:spPr>
          <a:xfrm>
            <a:off x="3214116" y="1051560"/>
            <a:ext cx="196596" cy="45720"/>
          </a:xfrm>
          <a:prstGeom prst="rect">
            <a:avLst/>
          </a:prstGeom>
          <a:solidFill>
            <a:srgbClr val="586B8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egmented Rule 17">
            <a:extLst>
              <a:ext uri="{FF2B5EF4-FFF2-40B4-BE49-F238E27FC236}">
                <a16:creationId xmlns:a16="http://schemas.microsoft.com/office/drawing/2014/main" id="{2BAB8EBB-C4F9-81F1-A45A-CAFF08CFFDF3}"/>
              </a:ext>
            </a:extLst>
          </p:cNvPr>
          <p:cNvSpPr>
            <a:spLocks noGrp="1"/>
          </p:cNvSpPr>
          <p:nvPr/>
        </p:nvSpPr>
        <p:spPr>
          <a:xfrm>
            <a:off x="3407054" y="1051560"/>
            <a:ext cx="196596" cy="45720"/>
          </a:xfrm>
          <a:prstGeom prst="rect">
            <a:avLst/>
          </a:prstGeom>
          <a:solidFill>
            <a:srgbClr val="5C6E8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egmented Rule 18">
            <a:extLst>
              <a:ext uri="{FF2B5EF4-FFF2-40B4-BE49-F238E27FC236}">
                <a16:creationId xmlns:a16="http://schemas.microsoft.com/office/drawing/2014/main" id="{A96E330E-8279-050C-E36B-585FA2A4F0EB}"/>
              </a:ext>
            </a:extLst>
          </p:cNvPr>
          <p:cNvSpPr>
            <a:spLocks noGrp="1"/>
          </p:cNvSpPr>
          <p:nvPr/>
        </p:nvSpPr>
        <p:spPr>
          <a:xfrm>
            <a:off x="3599993" y="1051560"/>
            <a:ext cx="196596" cy="45720"/>
          </a:xfrm>
          <a:prstGeom prst="rect">
            <a:avLst/>
          </a:prstGeom>
          <a:solidFill>
            <a:srgbClr val="60719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egmented Rule 19">
            <a:extLst>
              <a:ext uri="{FF2B5EF4-FFF2-40B4-BE49-F238E27FC236}">
                <a16:creationId xmlns:a16="http://schemas.microsoft.com/office/drawing/2014/main" id="{927E3C6D-209A-7210-8441-622D0FFAA995}"/>
              </a:ext>
            </a:extLst>
          </p:cNvPr>
          <p:cNvSpPr>
            <a:spLocks noGrp="1"/>
          </p:cNvSpPr>
          <p:nvPr/>
        </p:nvSpPr>
        <p:spPr>
          <a:xfrm>
            <a:off x="3792931" y="1051560"/>
            <a:ext cx="196596" cy="45720"/>
          </a:xfrm>
          <a:prstGeom prst="rect">
            <a:avLst/>
          </a:prstGeom>
          <a:solidFill>
            <a:srgbClr val="63759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egmented Rule 20">
            <a:extLst>
              <a:ext uri="{FF2B5EF4-FFF2-40B4-BE49-F238E27FC236}">
                <a16:creationId xmlns:a16="http://schemas.microsoft.com/office/drawing/2014/main" id="{C1F544B1-82D7-8D35-092D-DCE0B1BFC957}"/>
              </a:ext>
            </a:extLst>
          </p:cNvPr>
          <p:cNvSpPr>
            <a:spLocks noGrp="1"/>
          </p:cNvSpPr>
          <p:nvPr/>
        </p:nvSpPr>
        <p:spPr>
          <a:xfrm>
            <a:off x="3985870" y="1051560"/>
            <a:ext cx="196596" cy="45720"/>
          </a:xfrm>
          <a:prstGeom prst="rect">
            <a:avLst/>
          </a:prstGeom>
          <a:solidFill>
            <a:srgbClr val="67789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egmented Rule 21">
            <a:extLst>
              <a:ext uri="{FF2B5EF4-FFF2-40B4-BE49-F238E27FC236}">
                <a16:creationId xmlns:a16="http://schemas.microsoft.com/office/drawing/2014/main" id="{B3A5AF78-2194-642A-469A-EE2C83F68C45}"/>
              </a:ext>
            </a:extLst>
          </p:cNvPr>
          <p:cNvSpPr>
            <a:spLocks noGrp="1"/>
          </p:cNvSpPr>
          <p:nvPr/>
        </p:nvSpPr>
        <p:spPr>
          <a:xfrm>
            <a:off x="4178808" y="1051560"/>
            <a:ext cx="196596" cy="45720"/>
          </a:xfrm>
          <a:prstGeom prst="rect">
            <a:avLst/>
          </a:prstGeom>
          <a:solidFill>
            <a:srgbClr val="6B7B9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egmented Rule 22">
            <a:extLst>
              <a:ext uri="{FF2B5EF4-FFF2-40B4-BE49-F238E27FC236}">
                <a16:creationId xmlns:a16="http://schemas.microsoft.com/office/drawing/2014/main" id="{A17B7E9D-F240-72AF-B4DB-72799D5C5CC1}"/>
              </a:ext>
            </a:extLst>
          </p:cNvPr>
          <p:cNvSpPr>
            <a:spLocks noGrp="1"/>
          </p:cNvSpPr>
          <p:nvPr/>
        </p:nvSpPr>
        <p:spPr>
          <a:xfrm>
            <a:off x="4371746" y="1051560"/>
            <a:ext cx="196596" cy="45720"/>
          </a:xfrm>
          <a:prstGeom prst="rect">
            <a:avLst/>
          </a:prstGeom>
          <a:solidFill>
            <a:srgbClr val="6F7F9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egmented Rule 23">
            <a:extLst>
              <a:ext uri="{FF2B5EF4-FFF2-40B4-BE49-F238E27FC236}">
                <a16:creationId xmlns:a16="http://schemas.microsoft.com/office/drawing/2014/main" id="{63FED1BC-0677-4F78-9E2C-DF7BE7DBEACB}"/>
              </a:ext>
            </a:extLst>
          </p:cNvPr>
          <p:cNvSpPr>
            <a:spLocks noGrp="1"/>
          </p:cNvSpPr>
          <p:nvPr/>
        </p:nvSpPr>
        <p:spPr>
          <a:xfrm>
            <a:off x="4564685" y="1051560"/>
            <a:ext cx="196596" cy="45720"/>
          </a:xfrm>
          <a:prstGeom prst="rect">
            <a:avLst/>
          </a:prstGeom>
          <a:solidFill>
            <a:srgbClr val="73829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egmented Rule 24">
            <a:extLst>
              <a:ext uri="{FF2B5EF4-FFF2-40B4-BE49-F238E27FC236}">
                <a16:creationId xmlns:a16="http://schemas.microsoft.com/office/drawing/2014/main" id="{A29FF560-3FA4-8307-346B-BFAA525C7441}"/>
              </a:ext>
            </a:extLst>
          </p:cNvPr>
          <p:cNvSpPr>
            <a:spLocks noGrp="1"/>
          </p:cNvSpPr>
          <p:nvPr/>
        </p:nvSpPr>
        <p:spPr>
          <a:xfrm>
            <a:off x="4757623" y="1051560"/>
            <a:ext cx="196596" cy="45720"/>
          </a:xfrm>
          <a:prstGeom prst="rect">
            <a:avLst/>
          </a:prstGeom>
          <a:solidFill>
            <a:srgbClr val="7686A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egmented Rule 25">
            <a:extLst>
              <a:ext uri="{FF2B5EF4-FFF2-40B4-BE49-F238E27FC236}">
                <a16:creationId xmlns:a16="http://schemas.microsoft.com/office/drawing/2014/main" id="{5760FD98-AD70-68D9-2BB6-88CF83FC9688}"/>
              </a:ext>
            </a:extLst>
          </p:cNvPr>
          <p:cNvSpPr>
            <a:spLocks noGrp="1"/>
          </p:cNvSpPr>
          <p:nvPr/>
        </p:nvSpPr>
        <p:spPr>
          <a:xfrm>
            <a:off x="4950562" y="1051560"/>
            <a:ext cx="196596" cy="45720"/>
          </a:xfrm>
          <a:prstGeom prst="rect">
            <a:avLst/>
          </a:prstGeom>
          <a:solidFill>
            <a:srgbClr val="7A89A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egmented Rule 26">
            <a:extLst>
              <a:ext uri="{FF2B5EF4-FFF2-40B4-BE49-F238E27FC236}">
                <a16:creationId xmlns:a16="http://schemas.microsoft.com/office/drawing/2014/main" id="{CE0FE32E-A19D-A862-7DD6-58366611DC73}"/>
              </a:ext>
            </a:extLst>
          </p:cNvPr>
          <p:cNvSpPr>
            <a:spLocks noGrp="1"/>
          </p:cNvSpPr>
          <p:nvPr/>
        </p:nvSpPr>
        <p:spPr>
          <a:xfrm>
            <a:off x="5143500" y="1051560"/>
            <a:ext cx="196596" cy="45720"/>
          </a:xfrm>
          <a:prstGeom prst="rect">
            <a:avLst/>
          </a:prstGeom>
          <a:solidFill>
            <a:srgbClr val="7E8CA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egmented Rule 27">
            <a:extLst>
              <a:ext uri="{FF2B5EF4-FFF2-40B4-BE49-F238E27FC236}">
                <a16:creationId xmlns:a16="http://schemas.microsoft.com/office/drawing/2014/main" id="{C820B909-3D9A-67BE-1107-C58D937ECC26}"/>
              </a:ext>
            </a:extLst>
          </p:cNvPr>
          <p:cNvSpPr>
            <a:spLocks noGrp="1"/>
          </p:cNvSpPr>
          <p:nvPr/>
        </p:nvSpPr>
        <p:spPr>
          <a:xfrm>
            <a:off x="5336438" y="1051560"/>
            <a:ext cx="196596" cy="45720"/>
          </a:xfrm>
          <a:prstGeom prst="rect">
            <a:avLst/>
          </a:prstGeom>
          <a:solidFill>
            <a:srgbClr val="8290A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egmented Rule 28">
            <a:extLst>
              <a:ext uri="{FF2B5EF4-FFF2-40B4-BE49-F238E27FC236}">
                <a16:creationId xmlns:a16="http://schemas.microsoft.com/office/drawing/2014/main" id="{869EF347-94DC-65CF-D891-28E6F556F65A}"/>
              </a:ext>
            </a:extLst>
          </p:cNvPr>
          <p:cNvSpPr>
            <a:spLocks noGrp="1"/>
          </p:cNvSpPr>
          <p:nvPr/>
        </p:nvSpPr>
        <p:spPr>
          <a:xfrm>
            <a:off x="5529377" y="1051560"/>
            <a:ext cx="196596" cy="45720"/>
          </a:xfrm>
          <a:prstGeom prst="rect">
            <a:avLst/>
          </a:prstGeom>
          <a:solidFill>
            <a:srgbClr val="8693A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egmented Rule 29">
            <a:extLst>
              <a:ext uri="{FF2B5EF4-FFF2-40B4-BE49-F238E27FC236}">
                <a16:creationId xmlns:a16="http://schemas.microsoft.com/office/drawing/2014/main" id="{8457CC75-FC90-54D3-B931-87A5AF729A5C}"/>
              </a:ext>
            </a:extLst>
          </p:cNvPr>
          <p:cNvSpPr>
            <a:spLocks noGrp="1"/>
          </p:cNvSpPr>
          <p:nvPr/>
        </p:nvSpPr>
        <p:spPr>
          <a:xfrm>
            <a:off x="5722315" y="1051560"/>
            <a:ext cx="196596" cy="45720"/>
          </a:xfrm>
          <a:prstGeom prst="rect">
            <a:avLst/>
          </a:prstGeom>
          <a:solidFill>
            <a:srgbClr val="8996A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egmented Rule 30">
            <a:extLst>
              <a:ext uri="{FF2B5EF4-FFF2-40B4-BE49-F238E27FC236}">
                <a16:creationId xmlns:a16="http://schemas.microsoft.com/office/drawing/2014/main" id="{65B85399-C2E1-50E8-06EA-A422F5D097B0}"/>
              </a:ext>
            </a:extLst>
          </p:cNvPr>
          <p:cNvSpPr>
            <a:spLocks noGrp="1"/>
          </p:cNvSpPr>
          <p:nvPr/>
        </p:nvSpPr>
        <p:spPr>
          <a:xfrm>
            <a:off x="5915254" y="1051560"/>
            <a:ext cx="196596" cy="45720"/>
          </a:xfrm>
          <a:prstGeom prst="rect">
            <a:avLst/>
          </a:prstGeom>
          <a:solidFill>
            <a:srgbClr val="8D9AB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egmented Rule 31">
            <a:extLst>
              <a:ext uri="{FF2B5EF4-FFF2-40B4-BE49-F238E27FC236}">
                <a16:creationId xmlns:a16="http://schemas.microsoft.com/office/drawing/2014/main" id="{DD435ABC-7F03-E793-87C0-E718F748563B}"/>
              </a:ext>
            </a:extLst>
          </p:cNvPr>
          <p:cNvSpPr>
            <a:spLocks noGrp="1"/>
          </p:cNvSpPr>
          <p:nvPr/>
        </p:nvSpPr>
        <p:spPr>
          <a:xfrm>
            <a:off x="6108192" y="1051560"/>
            <a:ext cx="196596" cy="45720"/>
          </a:xfrm>
          <a:prstGeom prst="rect">
            <a:avLst/>
          </a:prstGeom>
          <a:solidFill>
            <a:srgbClr val="919DB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egmented Rule 32">
            <a:extLst>
              <a:ext uri="{FF2B5EF4-FFF2-40B4-BE49-F238E27FC236}">
                <a16:creationId xmlns:a16="http://schemas.microsoft.com/office/drawing/2014/main" id="{F6615740-9DE9-445A-E0FC-6CDAC9159513}"/>
              </a:ext>
            </a:extLst>
          </p:cNvPr>
          <p:cNvSpPr>
            <a:spLocks noGrp="1"/>
          </p:cNvSpPr>
          <p:nvPr/>
        </p:nvSpPr>
        <p:spPr>
          <a:xfrm>
            <a:off x="6301130" y="1051560"/>
            <a:ext cx="196596" cy="45720"/>
          </a:xfrm>
          <a:prstGeom prst="rect">
            <a:avLst/>
          </a:prstGeom>
          <a:solidFill>
            <a:srgbClr val="95A1B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egmented Rule 33">
            <a:extLst>
              <a:ext uri="{FF2B5EF4-FFF2-40B4-BE49-F238E27FC236}">
                <a16:creationId xmlns:a16="http://schemas.microsoft.com/office/drawing/2014/main" id="{6633B957-4652-0F79-773C-C11240C7A75F}"/>
              </a:ext>
            </a:extLst>
          </p:cNvPr>
          <p:cNvSpPr>
            <a:spLocks noGrp="1"/>
          </p:cNvSpPr>
          <p:nvPr/>
        </p:nvSpPr>
        <p:spPr>
          <a:xfrm>
            <a:off x="6494069" y="1051560"/>
            <a:ext cx="196596" cy="45720"/>
          </a:xfrm>
          <a:prstGeom prst="rect">
            <a:avLst/>
          </a:prstGeom>
          <a:solidFill>
            <a:srgbClr val="98A4B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egmented Rule 34">
            <a:extLst>
              <a:ext uri="{FF2B5EF4-FFF2-40B4-BE49-F238E27FC236}">
                <a16:creationId xmlns:a16="http://schemas.microsoft.com/office/drawing/2014/main" id="{C92CE96C-942F-5EF5-76F0-A22E7510965B}"/>
              </a:ext>
            </a:extLst>
          </p:cNvPr>
          <p:cNvSpPr>
            <a:spLocks noGrp="1"/>
          </p:cNvSpPr>
          <p:nvPr/>
        </p:nvSpPr>
        <p:spPr>
          <a:xfrm>
            <a:off x="6687007" y="1051560"/>
            <a:ext cx="196596" cy="45720"/>
          </a:xfrm>
          <a:prstGeom prst="rect">
            <a:avLst/>
          </a:prstGeom>
          <a:solidFill>
            <a:srgbClr val="9CA7B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egmented Rule 35">
            <a:extLst>
              <a:ext uri="{FF2B5EF4-FFF2-40B4-BE49-F238E27FC236}">
                <a16:creationId xmlns:a16="http://schemas.microsoft.com/office/drawing/2014/main" id="{E4F13F7C-3854-6A4D-9151-44950A4670DC}"/>
              </a:ext>
            </a:extLst>
          </p:cNvPr>
          <p:cNvSpPr>
            <a:spLocks noGrp="1"/>
          </p:cNvSpPr>
          <p:nvPr/>
        </p:nvSpPr>
        <p:spPr>
          <a:xfrm>
            <a:off x="6879946" y="1051560"/>
            <a:ext cx="196596" cy="45720"/>
          </a:xfrm>
          <a:prstGeom prst="rect">
            <a:avLst/>
          </a:prstGeom>
          <a:solidFill>
            <a:srgbClr val="A0ABB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egmented Rule 36">
            <a:extLst>
              <a:ext uri="{FF2B5EF4-FFF2-40B4-BE49-F238E27FC236}">
                <a16:creationId xmlns:a16="http://schemas.microsoft.com/office/drawing/2014/main" id="{D64C0707-31F7-4388-BCDD-DAE338E7341F}"/>
              </a:ext>
            </a:extLst>
          </p:cNvPr>
          <p:cNvSpPr>
            <a:spLocks noGrp="1"/>
          </p:cNvSpPr>
          <p:nvPr/>
        </p:nvSpPr>
        <p:spPr>
          <a:xfrm>
            <a:off x="7072884" y="1051560"/>
            <a:ext cx="196596" cy="45720"/>
          </a:xfrm>
          <a:prstGeom prst="rect">
            <a:avLst/>
          </a:prstGeom>
          <a:solidFill>
            <a:srgbClr val="A4AEC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egmented Rule 37">
            <a:extLst>
              <a:ext uri="{FF2B5EF4-FFF2-40B4-BE49-F238E27FC236}">
                <a16:creationId xmlns:a16="http://schemas.microsoft.com/office/drawing/2014/main" id="{6359548D-9CFC-924E-131D-B428A4C86A67}"/>
              </a:ext>
            </a:extLst>
          </p:cNvPr>
          <p:cNvSpPr>
            <a:spLocks noGrp="1"/>
          </p:cNvSpPr>
          <p:nvPr/>
        </p:nvSpPr>
        <p:spPr>
          <a:xfrm>
            <a:off x="7265822" y="1051560"/>
            <a:ext cx="196596" cy="45720"/>
          </a:xfrm>
          <a:prstGeom prst="rect">
            <a:avLst/>
          </a:prstGeom>
          <a:solidFill>
            <a:srgbClr val="A8B1C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egmented Rule 38">
            <a:extLst>
              <a:ext uri="{FF2B5EF4-FFF2-40B4-BE49-F238E27FC236}">
                <a16:creationId xmlns:a16="http://schemas.microsoft.com/office/drawing/2014/main" id="{3FF08358-5B39-FA8D-3527-FF7F6629C943}"/>
              </a:ext>
            </a:extLst>
          </p:cNvPr>
          <p:cNvSpPr>
            <a:spLocks noGrp="1"/>
          </p:cNvSpPr>
          <p:nvPr/>
        </p:nvSpPr>
        <p:spPr>
          <a:xfrm>
            <a:off x="7458761" y="1051560"/>
            <a:ext cx="196596" cy="45720"/>
          </a:xfrm>
          <a:prstGeom prst="rect">
            <a:avLst/>
          </a:prstGeom>
          <a:solidFill>
            <a:srgbClr val="ABB5C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egmented Rule 39">
            <a:extLst>
              <a:ext uri="{FF2B5EF4-FFF2-40B4-BE49-F238E27FC236}">
                <a16:creationId xmlns:a16="http://schemas.microsoft.com/office/drawing/2014/main" id="{8A322B57-DDD3-63AB-9BC9-3EB3F5B47E07}"/>
              </a:ext>
            </a:extLst>
          </p:cNvPr>
          <p:cNvSpPr>
            <a:spLocks noGrp="1"/>
          </p:cNvSpPr>
          <p:nvPr/>
        </p:nvSpPr>
        <p:spPr>
          <a:xfrm>
            <a:off x="7651699" y="1051560"/>
            <a:ext cx="196596" cy="45720"/>
          </a:xfrm>
          <a:prstGeom prst="rect">
            <a:avLst/>
          </a:prstGeom>
          <a:solidFill>
            <a:srgbClr val="AFB8C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egmented Rule 40">
            <a:extLst>
              <a:ext uri="{FF2B5EF4-FFF2-40B4-BE49-F238E27FC236}">
                <a16:creationId xmlns:a16="http://schemas.microsoft.com/office/drawing/2014/main" id="{D92D8E15-C377-CCC7-80D0-585DFD29BF5A}"/>
              </a:ext>
            </a:extLst>
          </p:cNvPr>
          <p:cNvSpPr>
            <a:spLocks noGrp="1"/>
          </p:cNvSpPr>
          <p:nvPr/>
        </p:nvSpPr>
        <p:spPr>
          <a:xfrm>
            <a:off x="7844638" y="1051560"/>
            <a:ext cx="196596" cy="45720"/>
          </a:xfrm>
          <a:prstGeom prst="rect">
            <a:avLst/>
          </a:prstGeom>
          <a:solidFill>
            <a:srgbClr val="B3BCC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egmented Rule 41">
            <a:extLst>
              <a:ext uri="{FF2B5EF4-FFF2-40B4-BE49-F238E27FC236}">
                <a16:creationId xmlns:a16="http://schemas.microsoft.com/office/drawing/2014/main" id="{A18458FB-1041-1751-BB73-ECE8DCEAB450}"/>
              </a:ext>
            </a:extLst>
          </p:cNvPr>
          <p:cNvSpPr>
            <a:spLocks noGrp="1"/>
          </p:cNvSpPr>
          <p:nvPr/>
        </p:nvSpPr>
        <p:spPr>
          <a:xfrm>
            <a:off x="8037576" y="1051560"/>
            <a:ext cx="196596" cy="45720"/>
          </a:xfrm>
          <a:prstGeom prst="rect">
            <a:avLst/>
          </a:prstGeom>
          <a:solidFill>
            <a:srgbClr val="B7BFC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egmented Rule 42">
            <a:extLst>
              <a:ext uri="{FF2B5EF4-FFF2-40B4-BE49-F238E27FC236}">
                <a16:creationId xmlns:a16="http://schemas.microsoft.com/office/drawing/2014/main" id="{5A00614E-9740-2C53-D45F-F3FCBB6826E3}"/>
              </a:ext>
            </a:extLst>
          </p:cNvPr>
          <p:cNvSpPr>
            <a:spLocks noGrp="1"/>
          </p:cNvSpPr>
          <p:nvPr/>
        </p:nvSpPr>
        <p:spPr>
          <a:xfrm>
            <a:off x="8230514" y="1051560"/>
            <a:ext cx="196596" cy="45720"/>
          </a:xfrm>
          <a:prstGeom prst="rect">
            <a:avLst/>
          </a:prstGeom>
          <a:solidFill>
            <a:srgbClr val="BBC2D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egmented Rule 43">
            <a:extLst>
              <a:ext uri="{FF2B5EF4-FFF2-40B4-BE49-F238E27FC236}">
                <a16:creationId xmlns:a16="http://schemas.microsoft.com/office/drawing/2014/main" id="{FA54445B-8015-F6DE-E951-A2CC69F3867F}"/>
              </a:ext>
            </a:extLst>
          </p:cNvPr>
          <p:cNvSpPr>
            <a:spLocks noGrp="1"/>
          </p:cNvSpPr>
          <p:nvPr/>
        </p:nvSpPr>
        <p:spPr>
          <a:xfrm>
            <a:off x="8423453" y="1051560"/>
            <a:ext cx="196596" cy="45720"/>
          </a:xfrm>
          <a:prstGeom prst="rect">
            <a:avLst/>
          </a:prstGeom>
          <a:solidFill>
            <a:srgbClr val="BEC6D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egmented Rule 44">
            <a:extLst>
              <a:ext uri="{FF2B5EF4-FFF2-40B4-BE49-F238E27FC236}">
                <a16:creationId xmlns:a16="http://schemas.microsoft.com/office/drawing/2014/main" id="{6264E283-9C37-89B9-A686-05629AA85F56}"/>
              </a:ext>
            </a:extLst>
          </p:cNvPr>
          <p:cNvSpPr>
            <a:spLocks noGrp="1"/>
          </p:cNvSpPr>
          <p:nvPr/>
        </p:nvSpPr>
        <p:spPr>
          <a:xfrm>
            <a:off x="8616391" y="1051560"/>
            <a:ext cx="196596" cy="45720"/>
          </a:xfrm>
          <a:prstGeom prst="rect">
            <a:avLst/>
          </a:prstGeom>
          <a:solidFill>
            <a:srgbClr val="C2C9D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Segmented Rule 45">
            <a:extLst>
              <a:ext uri="{FF2B5EF4-FFF2-40B4-BE49-F238E27FC236}">
                <a16:creationId xmlns:a16="http://schemas.microsoft.com/office/drawing/2014/main" id="{7A290AD2-E97D-0A80-60E7-A0AAD3C33D1F}"/>
              </a:ext>
            </a:extLst>
          </p:cNvPr>
          <p:cNvSpPr>
            <a:spLocks noGrp="1"/>
          </p:cNvSpPr>
          <p:nvPr/>
        </p:nvSpPr>
        <p:spPr>
          <a:xfrm>
            <a:off x="8809330" y="1051560"/>
            <a:ext cx="196596" cy="45720"/>
          </a:xfrm>
          <a:prstGeom prst="rect">
            <a:avLst/>
          </a:prstGeom>
          <a:solidFill>
            <a:srgbClr val="C6CCD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egmented Rule 46">
            <a:extLst>
              <a:ext uri="{FF2B5EF4-FFF2-40B4-BE49-F238E27FC236}">
                <a16:creationId xmlns:a16="http://schemas.microsoft.com/office/drawing/2014/main" id="{6BC8983F-9B4B-CF9F-B005-D55C90FEA4C1}"/>
              </a:ext>
            </a:extLst>
          </p:cNvPr>
          <p:cNvSpPr>
            <a:spLocks noGrp="1"/>
          </p:cNvSpPr>
          <p:nvPr/>
        </p:nvSpPr>
        <p:spPr>
          <a:xfrm>
            <a:off x="9002268" y="1051560"/>
            <a:ext cx="196596" cy="45720"/>
          </a:xfrm>
          <a:prstGeom prst="rect">
            <a:avLst/>
          </a:prstGeom>
          <a:solidFill>
            <a:srgbClr val="CAD0D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Segmented Rule 47">
            <a:extLst>
              <a:ext uri="{FF2B5EF4-FFF2-40B4-BE49-F238E27FC236}">
                <a16:creationId xmlns:a16="http://schemas.microsoft.com/office/drawing/2014/main" id="{1C6B0282-A956-F97B-B41C-7D227D20A9F7}"/>
              </a:ext>
            </a:extLst>
          </p:cNvPr>
          <p:cNvSpPr>
            <a:spLocks noGrp="1"/>
          </p:cNvSpPr>
          <p:nvPr/>
        </p:nvSpPr>
        <p:spPr>
          <a:xfrm>
            <a:off x="9195206" y="1051560"/>
            <a:ext cx="196596" cy="45720"/>
          </a:xfrm>
          <a:prstGeom prst="rect">
            <a:avLst/>
          </a:prstGeom>
          <a:solidFill>
            <a:srgbClr val="CED3D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egmented Rule 48">
            <a:extLst>
              <a:ext uri="{FF2B5EF4-FFF2-40B4-BE49-F238E27FC236}">
                <a16:creationId xmlns:a16="http://schemas.microsoft.com/office/drawing/2014/main" id="{F23843FB-B654-875E-87FB-192F938B3C94}"/>
              </a:ext>
            </a:extLst>
          </p:cNvPr>
          <p:cNvSpPr>
            <a:spLocks noGrp="1"/>
          </p:cNvSpPr>
          <p:nvPr/>
        </p:nvSpPr>
        <p:spPr>
          <a:xfrm>
            <a:off x="9388145" y="1051560"/>
            <a:ext cx="196596" cy="45720"/>
          </a:xfrm>
          <a:prstGeom prst="rect">
            <a:avLst/>
          </a:prstGeom>
          <a:solidFill>
            <a:srgbClr val="D1D7D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Segmented Rule 49">
            <a:extLst>
              <a:ext uri="{FF2B5EF4-FFF2-40B4-BE49-F238E27FC236}">
                <a16:creationId xmlns:a16="http://schemas.microsoft.com/office/drawing/2014/main" id="{1EDBC0EB-7E54-63FC-084C-27F8D08F440B}"/>
              </a:ext>
            </a:extLst>
          </p:cNvPr>
          <p:cNvSpPr>
            <a:spLocks noGrp="1"/>
          </p:cNvSpPr>
          <p:nvPr/>
        </p:nvSpPr>
        <p:spPr>
          <a:xfrm>
            <a:off x="9581083" y="1051560"/>
            <a:ext cx="196596" cy="45720"/>
          </a:xfrm>
          <a:prstGeom prst="rect">
            <a:avLst/>
          </a:prstGeom>
          <a:solidFill>
            <a:srgbClr val="D5DAE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Segmented Rule 50">
            <a:extLst>
              <a:ext uri="{FF2B5EF4-FFF2-40B4-BE49-F238E27FC236}">
                <a16:creationId xmlns:a16="http://schemas.microsoft.com/office/drawing/2014/main" id="{3D1D9467-EA7E-F44F-CF2C-FA255CDB4007}"/>
              </a:ext>
            </a:extLst>
          </p:cNvPr>
          <p:cNvSpPr>
            <a:spLocks noGrp="1"/>
          </p:cNvSpPr>
          <p:nvPr/>
        </p:nvSpPr>
        <p:spPr>
          <a:xfrm>
            <a:off x="9774022" y="1051560"/>
            <a:ext cx="196596" cy="45720"/>
          </a:xfrm>
          <a:prstGeom prst="rect">
            <a:avLst/>
          </a:prstGeom>
          <a:solidFill>
            <a:srgbClr val="D9DDE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egmented Rule 51">
            <a:extLst>
              <a:ext uri="{FF2B5EF4-FFF2-40B4-BE49-F238E27FC236}">
                <a16:creationId xmlns:a16="http://schemas.microsoft.com/office/drawing/2014/main" id="{505210F2-DAAD-5FB9-204E-35EB31119E05}"/>
              </a:ext>
            </a:extLst>
          </p:cNvPr>
          <p:cNvSpPr>
            <a:spLocks noGrp="1"/>
          </p:cNvSpPr>
          <p:nvPr/>
        </p:nvSpPr>
        <p:spPr>
          <a:xfrm>
            <a:off x="9966960" y="1051560"/>
            <a:ext cx="196596" cy="45720"/>
          </a:xfrm>
          <a:prstGeom prst="rect">
            <a:avLst/>
          </a:prstGeom>
          <a:solidFill>
            <a:srgbClr val="DDE1E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egmented Rule 52">
            <a:extLst>
              <a:ext uri="{FF2B5EF4-FFF2-40B4-BE49-F238E27FC236}">
                <a16:creationId xmlns:a16="http://schemas.microsoft.com/office/drawing/2014/main" id="{2DC8D135-AD1E-8C5B-1A30-1C53624715C8}"/>
              </a:ext>
            </a:extLst>
          </p:cNvPr>
          <p:cNvSpPr>
            <a:spLocks noGrp="1"/>
          </p:cNvSpPr>
          <p:nvPr/>
        </p:nvSpPr>
        <p:spPr>
          <a:xfrm>
            <a:off x="10159898" y="1051560"/>
            <a:ext cx="196596" cy="45720"/>
          </a:xfrm>
          <a:prstGeom prst="rect">
            <a:avLst/>
          </a:prstGeom>
          <a:solidFill>
            <a:srgbClr val="E1E4E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Segmented Rule 53">
            <a:extLst>
              <a:ext uri="{FF2B5EF4-FFF2-40B4-BE49-F238E27FC236}">
                <a16:creationId xmlns:a16="http://schemas.microsoft.com/office/drawing/2014/main" id="{359376CD-62BF-1046-205D-86BA2A52E757}"/>
              </a:ext>
            </a:extLst>
          </p:cNvPr>
          <p:cNvSpPr>
            <a:spLocks noGrp="1"/>
          </p:cNvSpPr>
          <p:nvPr/>
        </p:nvSpPr>
        <p:spPr>
          <a:xfrm>
            <a:off x="10352837" y="1051560"/>
            <a:ext cx="196596" cy="45720"/>
          </a:xfrm>
          <a:prstGeom prst="rect">
            <a:avLst/>
          </a:prstGeom>
          <a:solidFill>
            <a:srgbClr val="E4E7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egmented Rule 54">
            <a:extLst>
              <a:ext uri="{FF2B5EF4-FFF2-40B4-BE49-F238E27FC236}">
                <a16:creationId xmlns:a16="http://schemas.microsoft.com/office/drawing/2014/main" id="{CEB096BE-0D60-5839-9FBB-7A177032456F}"/>
              </a:ext>
            </a:extLst>
          </p:cNvPr>
          <p:cNvSpPr>
            <a:spLocks noGrp="1"/>
          </p:cNvSpPr>
          <p:nvPr/>
        </p:nvSpPr>
        <p:spPr>
          <a:xfrm>
            <a:off x="10545775" y="1051560"/>
            <a:ext cx="196596" cy="45720"/>
          </a:xfrm>
          <a:prstGeom prst="rect">
            <a:avLst/>
          </a:prstGeom>
          <a:solidFill>
            <a:srgbClr val="E8EBE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egmented Rule 55">
            <a:extLst>
              <a:ext uri="{FF2B5EF4-FFF2-40B4-BE49-F238E27FC236}">
                <a16:creationId xmlns:a16="http://schemas.microsoft.com/office/drawing/2014/main" id="{1A71812E-F0BF-FA14-089A-CEAA35FBC847}"/>
              </a:ext>
            </a:extLst>
          </p:cNvPr>
          <p:cNvSpPr>
            <a:spLocks noGrp="1"/>
          </p:cNvSpPr>
          <p:nvPr/>
        </p:nvSpPr>
        <p:spPr>
          <a:xfrm>
            <a:off x="10738714" y="1051560"/>
            <a:ext cx="196596" cy="45720"/>
          </a:xfrm>
          <a:prstGeom prst="rect">
            <a:avLst/>
          </a:prstGeom>
          <a:solidFill>
            <a:srgbClr val="ECEEF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Segmented Rule 56">
            <a:extLst>
              <a:ext uri="{FF2B5EF4-FFF2-40B4-BE49-F238E27FC236}">
                <a16:creationId xmlns:a16="http://schemas.microsoft.com/office/drawing/2014/main" id="{B7DCD3BC-7739-B0E4-7E74-D8AC07BC43FF}"/>
              </a:ext>
            </a:extLst>
          </p:cNvPr>
          <p:cNvSpPr>
            <a:spLocks noGrp="1"/>
          </p:cNvSpPr>
          <p:nvPr/>
        </p:nvSpPr>
        <p:spPr>
          <a:xfrm>
            <a:off x="10931652" y="1051560"/>
            <a:ext cx="196596" cy="45720"/>
          </a:xfrm>
          <a:prstGeom prst="rect">
            <a:avLst/>
          </a:prstGeom>
          <a:solidFill>
            <a:srgbClr val="F0F2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Segmented Rule 57">
            <a:extLst>
              <a:ext uri="{FF2B5EF4-FFF2-40B4-BE49-F238E27FC236}">
                <a16:creationId xmlns:a16="http://schemas.microsoft.com/office/drawing/2014/main" id="{67E3EA5B-12D1-0D7F-480A-53E00F915918}"/>
              </a:ext>
            </a:extLst>
          </p:cNvPr>
          <p:cNvSpPr>
            <a:spLocks noGrp="1"/>
          </p:cNvSpPr>
          <p:nvPr/>
        </p:nvSpPr>
        <p:spPr>
          <a:xfrm>
            <a:off x="11124590" y="1051560"/>
            <a:ext cx="196596" cy="45720"/>
          </a:xfrm>
          <a:prstGeom prst="rect">
            <a:avLst/>
          </a:prstGeom>
          <a:solidFill>
            <a:srgbClr val="F4F5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1" name="Segmented Rule 58">
            <a:extLst>
              <a:ext uri="{FF2B5EF4-FFF2-40B4-BE49-F238E27FC236}">
                <a16:creationId xmlns:a16="http://schemas.microsoft.com/office/drawing/2014/main" id="{C6ED3EDE-B6A4-3FE4-8234-23EB889A1C27}"/>
              </a:ext>
            </a:extLst>
          </p:cNvPr>
          <p:cNvSpPr>
            <a:spLocks noGrp="1"/>
          </p:cNvSpPr>
          <p:nvPr/>
        </p:nvSpPr>
        <p:spPr>
          <a:xfrm>
            <a:off x="11317529" y="1051560"/>
            <a:ext cx="196596" cy="45720"/>
          </a:xfrm>
          <a:prstGeom prst="rect">
            <a:avLst/>
          </a:prstGeom>
          <a:solidFill>
            <a:srgbClr val="F7F8F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3" name="Segmented Rule 59">
            <a:extLst>
              <a:ext uri="{FF2B5EF4-FFF2-40B4-BE49-F238E27FC236}">
                <a16:creationId xmlns:a16="http://schemas.microsoft.com/office/drawing/2014/main" id="{653C5F4F-3F0E-025E-8414-619F2DF74778}"/>
              </a:ext>
            </a:extLst>
          </p:cNvPr>
          <p:cNvSpPr>
            <a:spLocks noGrp="1"/>
          </p:cNvSpPr>
          <p:nvPr/>
        </p:nvSpPr>
        <p:spPr>
          <a:xfrm>
            <a:off x="11510467" y="1051560"/>
            <a:ext cx="196596" cy="45720"/>
          </a:xfrm>
          <a:prstGeom prst="rect">
            <a:avLst/>
          </a:prstGeom>
          <a:solidFill>
            <a:srgbClr val="FBFCF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5" name="Segmented Rule 60">
            <a:extLst>
              <a:ext uri="{FF2B5EF4-FFF2-40B4-BE49-F238E27FC236}">
                <a16:creationId xmlns:a16="http://schemas.microsoft.com/office/drawing/2014/main" id="{2D571FA0-9612-9EC8-B616-C361EB99E53D}"/>
              </a:ext>
            </a:extLst>
          </p:cNvPr>
          <p:cNvSpPr>
            <a:spLocks noGrp="1"/>
          </p:cNvSpPr>
          <p:nvPr/>
        </p:nvSpPr>
        <p:spPr>
          <a:xfrm>
            <a:off x="11703406" y="1051560"/>
            <a:ext cx="196596" cy="45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6D8D68BD-B897-9D92-F471-7DEC41C99785}"/>
              </a:ext>
            </a:extLst>
          </p:cNvPr>
          <p:cNvSpPr txBox="1"/>
          <p:nvPr/>
        </p:nvSpPr>
        <p:spPr>
          <a:xfrm>
            <a:off x="672259" y="5214961"/>
            <a:ext cx="4732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图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，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：利用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Funsearch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解决帽集问题的结果</a:t>
            </a:r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5EAE9157-37FE-B5D1-D04A-68B4F33BF836}"/>
              </a:ext>
            </a:extLst>
          </p:cNvPr>
          <p:cNvSpPr txBox="1"/>
          <p:nvPr/>
        </p:nvSpPr>
        <p:spPr>
          <a:xfrm>
            <a:off x="705917" y="5827430"/>
            <a:ext cx="437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表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：利用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Funsearch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解决装箱问题的结果</a:t>
            </a:r>
          </a:p>
        </p:txBody>
      </p:sp>
    </p:spTree>
    <p:extLst>
      <p:ext uri="{BB962C8B-B14F-4D97-AF65-F5344CB8AC3E}">
        <p14:creationId xmlns:p14="http://schemas.microsoft.com/office/powerpoint/2010/main" val="32950866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-marker-1">
            <a:extLst>
              <a:ext uri="{FF2B5EF4-FFF2-40B4-BE49-F238E27FC236}">
                <a16:creationId xmlns:a16="http://schemas.microsoft.com/office/drawing/2014/main" id="{2AA1F17F-F721-BDC2-5545-FF236AFACEFD}"/>
              </a:ext>
            </a:extLst>
          </p:cNvPr>
          <p:cNvSpPr>
            <a:spLocks noGrp="1"/>
          </p:cNvSpPr>
          <p:nvPr/>
        </p:nvSpPr>
        <p:spPr>
          <a:xfrm>
            <a:off x="320040" y="365760"/>
            <a:ext cx="164592" cy="384048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itle-marker-2">
            <a:extLst>
              <a:ext uri="{FF2B5EF4-FFF2-40B4-BE49-F238E27FC236}">
                <a16:creationId xmlns:a16="http://schemas.microsoft.com/office/drawing/2014/main" id="{6D19D2E1-0BE5-7BFF-C5ED-7E7EF96F45FF}"/>
              </a:ext>
            </a:extLst>
          </p:cNvPr>
          <p:cNvSpPr>
            <a:spLocks noGrp="1"/>
          </p:cNvSpPr>
          <p:nvPr/>
        </p:nvSpPr>
        <p:spPr>
          <a:xfrm>
            <a:off x="566928" y="365760"/>
            <a:ext cx="73152" cy="384048"/>
          </a:xfrm>
          <a:prstGeom prst="rect">
            <a:avLst/>
          </a:prstGeom>
          <a:solidFill>
            <a:srgbClr val="2E5EA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lide-title">
            <a:extLst>
              <a:ext uri="{FF2B5EF4-FFF2-40B4-BE49-F238E27FC236}">
                <a16:creationId xmlns:a16="http://schemas.microsoft.com/office/drawing/2014/main" id="{B7BA781A-8F33-668B-5FEA-3850F8305BA6}"/>
              </a:ext>
            </a:extLst>
          </p:cNvPr>
          <p:cNvSpPr>
            <a:spLocks noGrp="1"/>
          </p:cNvSpPr>
          <p:nvPr/>
        </p:nvSpPr>
        <p:spPr>
          <a:xfrm>
            <a:off x="868680" y="228600"/>
            <a:ext cx="10881360" cy="777240"/>
          </a:xfrm>
          <a:prstGeom prst="rect">
            <a:avLst/>
          </a:prstGeom>
          <a:noFill/>
          <a:ln w="0">
            <a:solidFill>
              <a:srgbClr val="FFFFFF"/>
            </a:solidFill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4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Demo</a:t>
            </a:r>
            <a:r>
              <a:rPr lang="zh-CN" altLang="en-US" sz="2400" b="1" i="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验证</a:t>
            </a:r>
            <a:endParaRPr sz="2400" b="1" i="0" dirty="0">
              <a:solidFill>
                <a:srgbClr val="1A1A1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egmented Rule 01">
            <a:extLst>
              <a:ext uri="{FF2B5EF4-FFF2-40B4-BE49-F238E27FC236}">
                <a16:creationId xmlns:a16="http://schemas.microsoft.com/office/drawing/2014/main" id="{E3263F66-65FF-6633-578C-89D57CE96B51}"/>
              </a:ext>
            </a:extLst>
          </p:cNvPr>
          <p:cNvSpPr>
            <a:spLocks noGrp="1"/>
          </p:cNvSpPr>
          <p:nvPr/>
        </p:nvSpPr>
        <p:spPr>
          <a:xfrm>
            <a:off x="320040" y="1051560"/>
            <a:ext cx="196596" cy="45720"/>
          </a:xfrm>
          <a:prstGeom prst="rect">
            <a:avLst/>
          </a:prstGeom>
          <a:solidFill>
            <a:srgbClr val="1F386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egmented Rule 02">
            <a:extLst>
              <a:ext uri="{FF2B5EF4-FFF2-40B4-BE49-F238E27FC236}">
                <a16:creationId xmlns:a16="http://schemas.microsoft.com/office/drawing/2014/main" id="{33F2143B-F702-7716-0614-66DFDAEF6904}"/>
              </a:ext>
            </a:extLst>
          </p:cNvPr>
          <p:cNvSpPr>
            <a:spLocks noGrp="1"/>
          </p:cNvSpPr>
          <p:nvPr/>
        </p:nvSpPr>
        <p:spPr>
          <a:xfrm>
            <a:off x="512978" y="1051560"/>
            <a:ext cx="196596" cy="45720"/>
          </a:xfrm>
          <a:prstGeom prst="rect">
            <a:avLst/>
          </a:prstGeom>
          <a:solidFill>
            <a:srgbClr val="233B6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egmented Rule 03">
            <a:extLst>
              <a:ext uri="{FF2B5EF4-FFF2-40B4-BE49-F238E27FC236}">
                <a16:creationId xmlns:a16="http://schemas.microsoft.com/office/drawing/2014/main" id="{0E16FF70-4A0F-6765-50A1-310DC8C11EF9}"/>
              </a:ext>
            </a:extLst>
          </p:cNvPr>
          <p:cNvSpPr>
            <a:spLocks noGrp="1"/>
          </p:cNvSpPr>
          <p:nvPr/>
        </p:nvSpPr>
        <p:spPr>
          <a:xfrm>
            <a:off x="705917" y="1051560"/>
            <a:ext cx="196596" cy="45720"/>
          </a:xfrm>
          <a:prstGeom prst="rect">
            <a:avLst/>
          </a:prstGeom>
          <a:solidFill>
            <a:srgbClr val="273F6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egmented Rule 04">
            <a:extLst>
              <a:ext uri="{FF2B5EF4-FFF2-40B4-BE49-F238E27FC236}">
                <a16:creationId xmlns:a16="http://schemas.microsoft.com/office/drawing/2014/main" id="{6ED528AC-6B1A-8CC6-57A1-79F462A17548}"/>
              </a:ext>
            </a:extLst>
          </p:cNvPr>
          <p:cNvSpPr>
            <a:spLocks noGrp="1"/>
          </p:cNvSpPr>
          <p:nvPr/>
        </p:nvSpPr>
        <p:spPr>
          <a:xfrm>
            <a:off x="898855" y="1051560"/>
            <a:ext cx="196596" cy="45720"/>
          </a:xfrm>
          <a:prstGeom prst="rect">
            <a:avLst/>
          </a:prstGeom>
          <a:solidFill>
            <a:srgbClr val="2A426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egmented Rule 05">
            <a:extLst>
              <a:ext uri="{FF2B5EF4-FFF2-40B4-BE49-F238E27FC236}">
                <a16:creationId xmlns:a16="http://schemas.microsoft.com/office/drawing/2014/main" id="{26AA141A-41D7-0676-9CF6-95E963946C1F}"/>
              </a:ext>
            </a:extLst>
          </p:cNvPr>
          <p:cNvSpPr>
            <a:spLocks noGrp="1"/>
          </p:cNvSpPr>
          <p:nvPr/>
        </p:nvSpPr>
        <p:spPr>
          <a:xfrm>
            <a:off x="1091794" y="1051560"/>
            <a:ext cx="196596" cy="45720"/>
          </a:xfrm>
          <a:prstGeom prst="rect">
            <a:avLst/>
          </a:prstGeom>
          <a:solidFill>
            <a:srgbClr val="2E456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egmented Rule 06">
            <a:extLst>
              <a:ext uri="{FF2B5EF4-FFF2-40B4-BE49-F238E27FC236}">
                <a16:creationId xmlns:a16="http://schemas.microsoft.com/office/drawing/2014/main" id="{12C18250-B9BE-E8F5-A086-E3BB53D3D445}"/>
              </a:ext>
            </a:extLst>
          </p:cNvPr>
          <p:cNvSpPr>
            <a:spLocks noGrp="1"/>
          </p:cNvSpPr>
          <p:nvPr/>
        </p:nvSpPr>
        <p:spPr>
          <a:xfrm>
            <a:off x="1284732" y="1051560"/>
            <a:ext cx="196596" cy="45720"/>
          </a:xfrm>
          <a:prstGeom prst="rect">
            <a:avLst/>
          </a:prstGeom>
          <a:solidFill>
            <a:srgbClr val="32497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egmented Rule 07">
            <a:extLst>
              <a:ext uri="{FF2B5EF4-FFF2-40B4-BE49-F238E27FC236}">
                <a16:creationId xmlns:a16="http://schemas.microsoft.com/office/drawing/2014/main" id="{F6D6305E-BA30-822A-9539-6D69C773CA26}"/>
              </a:ext>
            </a:extLst>
          </p:cNvPr>
          <p:cNvSpPr>
            <a:spLocks noGrp="1"/>
          </p:cNvSpPr>
          <p:nvPr/>
        </p:nvSpPr>
        <p:spPr>
          <a:xfrm>
            <a:off x="1477670" y="1051560"/>
            <a:ext cx="196596" cy="45720"/>
          </a:xfrm>
          <a:prstGeom prst="rect">
            <a:avLst/>
          </a:prstGeom>
          <a:solidFill>
            <a:srgbClr val="364C7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egmented Rule 08">
            <a:extLst>
              <a:ext uri="{FF2B5EF4-FFF2-40B4-BE49-F238E27FC236}">
                <a16:creationId xmlns:a16="http://schemas.microsoft.com/office/drawing/2014/main" id="{7F2AF9C1-9ED1-EDDA-0084-4D8DC177F473}"/>
              </a:ext>
            </a:extLst>
          </p:cNvPr>
          <p:cNvSpPr>
            <a:spLocks noGrp="1"/>
          </p:cNvSpPr>
          <p:nvPr/>
        </p:nvSpPr>
        <p:spPr>
          <a:xfrm>
            <a:off x="1670609" y="1051560"/>
            <a:ext cx="196596" cy="45720"/>
          </a:xfrm>
          <a:prstGeom prst="rect">
            <a:avLst/>
          </a:prstGeom>
          <a:solidFill>
            <a:srgbClr val="3A507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egmented Rule 09">
            <a:extLst>
              <a:ext uri="{FF2B5EF4-FFF2-40B4-BE49-F238E27FC236}">
                <a16:creationId xmlns:a16="http://schemas.microsoft.com/office/drawing/2014/main" id="{776BF06E-571A-2922-006E-6BDD3D2CB6BA}"/>
              </a:ext>
            </a:extLst>
          </p:cNvPr>
          <p:cNvSpPr>
            <a:spLocks noGrp="1"/>
          </p:cNvSpPr>
          <p:nvPr/>
        </p:nvSpPr>
        <p:spPr>
          <a:xfrm>
            <a:off x="1863547" y="1051560"/>
            <a:ext cx="196596" cy="45720"/>
          </a:xfrm>
          <a:prstGeom prst="rect">
            <a:avLst/>
          </a:prstGeom>
          <a:solidFill>
            <a:srgbClr val="3D537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egmented Rule 10">
            <a:extLst>
              <a:ext uri="{FF2B5EF4-FFF2-40B4-BE49-F238E27FC236}">
                <a16:creationId xmlns:a16="http://schemas.microsoft.com/office/drawing/2014/main" id="{BBFFD78B-1504-E104-4430-586CE73F8B0C}"/>
              </a:ext>
            </a:extLst>
          </p:cNvPr>
          <p:cNvSpPr>
            <a:spLocks noGrp="1"/>
          </p:cNvSpPr>
          <p:nvPr/>
        </p:nvSpPr>
        <p:spPr>
          <a:xfrm>
            <a:off x="2056486" y="1051560"/>
            <a:ext cx="196596" cy="45720"/>
          </a:xfrm>
          <a:prstGeom prst="rect">
            <a:avLst/>
          </a:prstGeom>
          <a:solidFill>
            <a:srgbClr val="41567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egmented Rule 11">
            <a:extLst>
              <a:ext uri="{FF2B5EF4-FFF2-40B4-BE49-F238E27FC236}">
                <a16:creationId xmlns:a16="http://schemas.microsoft.com/office/drawing/2014/main" id="{A0722DC3-310B-8B82-376E-5DCACEE615EE}"/>
              </a:ext>
            </a:extLst>
          </p:cNvPr>
          <p:cNvSpPr>
            <a:spLocks noGrp="1"/>
          </p:cNvSpPr>
          <p:nvPr/>
        </p:nvSpPr>
        <p:spPr>
          <a:xfrm>
            <a:off x="2249424" y="1051560"/>
            <a:ext cx="196596" cy="45720"/>
          </a:xfrm>
          <a:prstGeom prst="rect">
            <a:avLst/>
          </a:prstGeom>
          <a:solidFill>
            <a:srgbClr val="455A7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egmented Rule 12">
            <a:extLst>
              <a:ext uri="{FF2B5EF4-FFF2-40B4-BE49-F238E27FC236}">
                <a16:creationId xmlns:a16="http://schemas.microsoft.com/office/drawing/2014/main" id="{F79638E6-0BEE-D578-17DB-3C132280C56C}"/>
              </a:ext>
            </a:extLst>
          </p:cNvPr>
          <p:cNvSpPr>
            <a:spLocks noGrp="1"/>
          </p:cNvSpPr>
          <p:nvPr/>
        </p:nvSpPr>
        <p:spPr>
          <a:xfrm>
            <a:off x="2442362" y="1051560"/>
            <a:ext cx="196596" cy="45720"/>
          </a:xfrm>
          <a:prstGeom prst="rect">
            <a:avLst/>
          </a:prstGeom>
          <a:solidFill>
            <a:srgbClr val="495D8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egmented Rule 13">
            <a:extLst>
              <a:ext uri="{FF2B5EF4-FFF2-40B4-BE49-F238E27FC236}">
                <a16:creationId xmlns:a16="http://schemas.microsoft.com/office/drawing/2014/main" id="{16969403-BBB6-4948-F734-447465040806}"/>
              </a:ext>
            </a:extLst>
          </p:cNvPr>
          <p:cNvSpPr>
            <a:spLocks noGrp="1"/>
          </p:cNvSpPr>
          <p:nvPr/>
        </p:nvSpPr>
        <p:spPr>
          <a:xfrm>
            <a:off x="2635301" y="1051560"/>
            <a:ext cx="196596" cy="45720"/>
          </a:xfrm>
          <a:prstGeom prst="rect">
            <a:avLst/>
          </a:prstGeom>
          <a:solidFill>
            <a:srgbClr val="4D608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egmented Rule 14">
            <a:extLst>
              <a:ext uri="{FF2B5EF4-FFF2-40B4-BE49-F238E27FC236}">
                <a16:creationId xmlns:a16="http://schemas.microsoft.com/office/drawing/2014/main" id="{FFC2BF18-C2DB-782D-0AB3-5C34206AB281}"/>
              </a:ext>
            </a:extLst>
          </p:cNvPr>
          <p:cNvSpPr>
            <a:spLocks noGrp="1"/>
          </p:cNvSpPr>
          <p:nvPr/>
        </p:nvSpPr>
        <p:spPr>
          <a:xfrm>
            <a:off x="2828239" y="1051560"/>
            <a:ext cx="196596" cy="45720"/>
          </a:xfrm>
          <a:prstGeom prst="rect">
            <a:avLst/>
          </a:prstGeom>
          <a:solidFill>
            <a:srgbClr val="50648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egmented Rule 15">
            <a:extLst>
              <a:ext uri="{FF2B5EF4-FFF2-40B4-BE49-F238E27FC236}">
                <a16:creationId xmlns:a16="http://schemas.microsoft.com/office/drawing/2014/main" id="{CB56AF81-86FB-D760-01B8-45E9B16D785D}"/>
              </a:ext>
            </a:extLst>
          </p:cNvPr>
          <p:cNvSpPr>
            <a:spLocks noGrp="1"/>
          </p:cNvSpPr>
          <p:nvPr/>
        </p:nvSpPr>
        <p:spPr>
          <a:xfrm>
            <a:off x="3021178" y="1051560"/>
            <a:ext cx="196596" cy="45720"/>
          </a:xfrm>
          <a:prstGeom prst="rect">
            <a:avLst/>
          </a:prstGeom>
          <a:solidFill>
            <a:srgbClr val="54678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egmented Rule 16">
            <a:extLst>
              <a:ext uri="{FF2B5EF4-FFF2-40B4-BE49-F238E27FC236}">
                <a16:creationId xmlns:a16="http://schemas.microsoft.com/office/drawing/2014/main" id="{398ADAE7-1D6D-E264-BEFE-EEDDB6E6F018}"/>
              </a:ext>
            </a:extLst>
          </p:cNvPr>
          <p:cNvSpPr>
            <a:spLocks noGrp="1"/>
          </p:cNvSpPr>
          <p:nvPr/>
        </p:nvSpPr>
        <p:spPr>
          <a:xfrm>
            <a:off x="3214116" y="1051560"/>
            <a:ext cx="196596" cy="45720"/>
          </a:xfrm>
          <a:prstGeom prst="rect">
            <a:avLst/>
          </a:prstGeom>
          <a:solidFill>
            <a:srgbClr val="586B8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egmented Rule 17">
            <a:extLst>
              <a:ext uri="{FF2B5EF4-FFF2-40B4-BE49-F238E27FC236}">
                <a16:creationId xmlns:a16="http://schemas.microsoft.com/office/drawing/2014/main" id="{324C8B85-AACC-E6E2-0FF3-1D933D65E438}"/>
              </a:ext>
            </a:extLst>
          </p:cNvPr>
          <p:cNvSpPr>
            <a:spLocks noGrp="1"/>
          </p:cNvSpPr>
          <p:nvPr/>
        </p:nvSpPr>
        <p:spPr>
          <a:xfrm>
            <a:off x="3407054" y="1051560"/>
            <a:ext cx="196596" cy="45720"/>
          </a:xfrm>
          <a:prstGeom prst="rect">
            <a:avLst/>
          </a:prstGeom>
          <a:solidFill>
            <a:srgbClr val="5C6E8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egmented Rule 18">
            <a:extLst>
              <a:ext uri="{FF2B5EF4-FFF2-40B4-BE49-F238E27FC236}">
                <a16:creationId xmlns:a16="http://schemas.microsoft.com/office/drawing/2014/main" id="{005A3D7A-1209-77AE-2C29-DD4AA2C08564}"/>
              </a:ext>
            </a:extLst>
          </p:cNvPr>
          <p:cNvSpPr>
            <a:spLocks noGrp="1"/>
          </p:cNvSpPr>
          <p:nvPr/>
        </p:nvSpPr>
        <p:spPr>
          <a:xfrm>
            <a:off x="3599993" y="1051560"/>
            <a:ext cx="196596" cy="45720"/>
          </a:xfrm>
          <a:prstGeom prst="rect">
            <a:avLst/>
          </a:prstGeom>
          <a:solidFill>
            <a:srgbClr val="607191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egmented Rule 19">
            <a:extLst>
              <a:ext uri="{FF2B5EF4-FFF2-40B4-BE49-F238E27FC236}">
                <a16:creationId xmlns:a16="http://schemas.microsoft.com/office/drawing/2014/main" id="{20071643-F5EA-26B9-8216-BC605C291A66}"/>
              </a:ext>
            </a:extLst>
          </p:cNvPr>
          <p:cNvSpPr>
            <a:spLocks noGrp="1"/>
          </p:cNvSpPr>
          <p:nvPr/>
        </p:nvSpPr>
        <p:spPr>
          <a:xfrm>
            <a:off x="3792931" y="1051560"/>
            <a:ext cx="196596" cy="45720"/>
          </a:xfrm>
          <a:prstGeom prst="rect">
            <a:avLst/>
          </a:prstGeom>
          <a:solidFill>
            <a:srgbClr val="63759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egmented Rule 20">
            <a:extLst>
              <a:ext uri="{FF2B5EF4-FFF2-40B4-BE49-F238E27FC236}">
                <a16:creationId xmlns:a16="http://schemas.microsoft.com/office/drawing/2014/main" id="{DEDD1F1E-FF4C-8F67-2E1A-308778909C36}"/>
              </a:ext>
            </a:extLst>
          </p:cNvPr>
          <p:cNvSpPr>
            <a:spLocks noGrp="1"/>
          </p:cNvSpPr>
          <p:nvPr/>
        </p:nvSpPr>
        <p:spPr>
          <a:xfrm>
            <a:off x="3985870" y="1051560"/>
            <a:ext cx="196596" cy="45720"/>
          </a:xfrm>
          <a:prstGeom prst="rect">
            <a:avLst/>
          </a:prstGeom>
          <a:solidFill>
            <a:srgbClr val="67789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Segmented Rule 21">
            <a:extLst>
              <a:ext uri="{FF2B5EF4-FFF2-40B4-BE49-F238E27FC236}">
                <a16:creationId xmlns:a16="http://schemas.microsoft.com/office/drawing/2014/main" id="{61D730D6-412E-9D13-4DF0-D6E04E2ADA8F}"/>
              </a:ext>
            </a:extLst>
          </p:cNvPr>
          <p:cNvSpPr>
            <a:spLocks noGrp="1"/>
          </p:cNvSpPr>
          <p:nvPr/>
        </p:nvSpPr>
        <p:spPr>
          <a:xfrm>
            <a:off x="4178808" y="1051560"/>
            <a:ext cx="196596" cy="45720"/>
          </a:xfrm>
          <a:prstGeom prst="rect">
            <a:avLst/>
          </a:prstGeom>
          <a:solidFill>
            <a:srgbClr val="6B7B99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egmented Rule 22">
            <a:extLst>
              <a:ext uri="{FF2B5EF4-FFF2-40B4-BE49-F238E27FC236}">
                <a16:creationId xmlns:a16="http://schemas.microsoft.com/office/drawing/2014/main" id="{548327F8-9B30-094E-C997-A4910EF86549}"/>
              </a:ext>
            </a:extLst>
          </p:cNvPr>
          <p:cNvSpPr>
            <a:spLocks noGrp="1"/>
          </p:cNvSpPr>
          <p:nvPr/>
        </p:nvSpPr>
        <p:spPr>
          <a:xfrm>
            <a:off x="4371746" y="1051560"/>
            <a:ext cx="196596" cy="45720"/>
          </a:xfrm>
          <a:prstGeom prst="rect">
            <a:avLst/>
          </a:prstGeom>
          <a:solidFill>
            <a:srgbClr val="6F7F9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egmented Rule 23">
            <a:extLst>
              <a:ext uri="{FF2B5EF4-FFF2-40B4-BE49-F238E27FC236}">
                <a16:creationId xmlns:a16="http://schemas.microsoft.com/office/drawing/2014/main" id="{38106807-759D-1934-351C-D9E663EC2CFE}"/>
              </a:ext>
            </a:extLst>
          </p:cNvPr>
          <p:cNvSpPr>
            <a:spLocks noGrp="1"/>
          </p:cNvSpPr>
          <p:nvPr/>
        </p:nvSpPr>
        <p:spPr>
          <a:xfrm>
            <a:off x="4564685" y="1051560"/>
            <a:ext cx="196596" cy="45720"/>
          </a:xfrm>
          <a:prstGeom prst="rect">
            <a:avLst/>
          </a:prstGeom>
          <a:solidFill>
            <a:srgbClr val="73829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egmented Rule 24">
            <a:extLst>
              <a:ext uri="{FF2B5EF4-FFF2-40B4-BE49-F238E27FC236}">
                <a16:creationId xmlns:a16="http://schemas.microsoft.com/office/drawing/2014/main" id="{0D621AAE-A3BC-A788-5D75-D8E92ED26DFD}"/>
              </a:ext>
            </a:extLst>
          </p:cNvPr>
          <p:cNvSpPr>
            <a:spLocks noGrp="1"/>
          </p:cNvSpPr>
          <p:nvPr/>
        </p:nvSpPr>
        <p:spPr>
          <a:xfrm>
            <a:off x="4757623" y="1051560"/>
            <a:ext cx="196596" cy="45720"/>
          </a:xfrm>
          <a:prstGeom prst="rect">
            <a:avLst/>
          </a:prstGeom>
          <a:solidFill>
            <a:srgbClr val="7686A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egmented Rule 25">
            <a:extLst>
              <a:ext uri="{FF2B5EF4-FFF2-40B4-BE49-F238E27FC236}">
                <a16:creationId xmlns:a16="http://schemas.microsoft.com/office/drawing/2014/main" id="{2E133E61-FA57-65FE-34E2-06C6321D8463}"/>
              </a:ext>
            </a:extLst>
          </p:cNvPr>
          <p:cNvSpPr>
            <a:spLocks noGrp="1"/>
          </p:cNvSpPr>
          <p:nvPr/>
        </p:nvSpPr>
        <p:spPr>
          <a:xfrm>
            <a:off x="4950562" y="1051560"/>
            <a:ext cx="196596" cy="45720"/>
          </a:xfrm>
          <a:prstGeom prst="rect">
            <a:avLst/>
          </a:prstGeom>
          <a:solidFill>
            <a:srgbClr val="7A89A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Segmented Rule 26">
            <a:extLst>
              <a:ext uri="{FF2B5EF4-FFF2-40B4-BE49-F238E27FC236}">
                <a16:creationId xmlns:a16="http://schemas.microsoft.com/office/drawing/2014/main" id="{C4702410-8650-2EB9-842B-6DA1BFDCF76C}"/>
              </a:ext>
            </a:extLst>
          </p:cNvPr>
          <p:cNvSpPr>
            <a:spLocks noGrp="1"/>
          </p:cNvSpPr>
          <p:nvPr/>
        </p:nvSpPr>
        <p:spPr>
          <a:xfrm>
            <a:off x="5143500" y="1051560"/>
            <a:ext cx="196596" cy="45720"/>
          </a:xfrm>
          <a:prstGeom prst="rect">
            <a:avLst/>
          </a:prstGeom>
          <a:solidFill>
            <a:srgbClr val="7E8CA6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egmented Rule 27">
            <a:extLst>
              <a:ext uri="{FF2B5EF4-FFF2-40B4-BE49-F238E27FC236}">
                <a16:creationId xmlns:a16="http://schemas.microsoft.com/office/drawing/2014/main" id="{925FE283-5285-BF65-8E51-CA83167C4E5C}"/>
              </a:ext>
            </a:extLst>
          </p:cNvPr>
          <p:cNvSpPr>
            <a:spLocks noGrp="1"/>
          </p:cNvSpPr>
          <p:nvPr/>
        </p:nvSpPr>
        <p:spPr>
          <a:xfrm>
            <a:off x="5336438" y="1051560"/>
            <a:ext cx="196596" cy="45720"/>
          </a:xfrm>
          <a:prstGeom prst="rect">
            <a:avLst/>
          </a:prstGeom>
          <a:solidFill>
            <a:srgbClr val="8290A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Segmented Rule 28">
            <a:extLst>
              <a:ext uri="{FF2B5EF4-FFF2-40B4-BE49-F238E27FC236}">
                <a16:creationId xmlns:a16="http://schemas.microsoft.com/office/drawing/2014/main" id="{2472C4F7-853F-DA0E-ADBF-312FAF2ED9E2}"/>
              </a:ext>
            </a:extLst>
          </p:cNvPr>
          <p:cNvSpPr>
            <a:spLocks noGrp="1"/>
          </p:cNvSpPr>
          <p:nvPr/>
        </p:nvSpPr>
        <p:spPr>
          <a:xfrm>
            <a:off x="5529377" y="1051560"/>
            <a:ext cx="196596" cy="45720"/>
          </a:xfrm>
          <a:prstGeom prst="rect">
            <a:avLst/>
          </a:prstGeom>
          <a:solidFill>
            <a:srgbClr val="8693A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Segmented Rule 29">
            <a:extLst>
              <a:ext uri="{FF2B5EF4-FFF2-40B4-BE49-F238E27FC236}">
                <a16:creationId xmlns:a16="http://schemas.microsoft.com/office/drawing/2014/main" id="{6E8F62F3-CCFF-E221-B830-A322D9FF752A}"/>
              </a:ext>
            </a:extLst>
          </p:cNvPr>
          <p:cNvSpPr>
            <a:spLocks noGrp="1"/>
          </p:cNvSpPr>
          <p:nvPr/>
        </p:nvSpPr>
        <p:spPr>
          <a:xfrm>
            <a:off x="5722315" y="1051560"/>
            <a:ext cx="196596" cy="45720"/>
          </a:xfrm>
          <a:prstGeom prst="rect">
            <a:avLst/>
          </a:prstGeom>
          <a:solidFill>
            <a:srgbClr val="8996AE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egmented Rule 30">
            <a:extLst>
              <a:ext uri="{FF2B5EF4-FFF2-40B4-BE49-F238E27FC236}">
                <a16:creationId xmlns:a16="http://schemas.microsoft.com/office/drawing/2014/main" id="{C83F8D0B-6BB8-207B-7C02-F0C2B9004039}"/>
              </a:ext>
            </a:extLst>
          </p:cNvPr>
          <p:cNvSpPr>
            <a:spLocks noGrp="1"/>
          </p:cNvSpPr>
          <p:nvPr/>
        </p:nvSpPr>
        <p:spPr>
          <a:xfrm>
            <a:off x="5915254" y="1051560"/>
            <a:ext cx="196596" cy="45720"/>
          </a:xfrm>
          <a:prstGeom prst="rect">
            <a:avLst/>
          </a:prstGeom>
          <a:solidFill>
            <a:srgbClr val="8D9AB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Segmented Rule 31">
            <a:extLst>
              <a:ext uri="{FF2B5EF4-FFF2-40B4-BE49-F238E27FC236}">
                <a16:creationId xmlns:a16="http://schemas.microsoft.com/office/drawing/2014/main" id="{EC41CE1A-E240-2125-8013-D442C40E4C6A}"/>
              </a:ext>
            </a:extLst>
          </p:cNvPr>
          <p:cNvSpPr>
            <a:spLocks noGrp="1"/>
          </p:cNvSpPr>
          <p:nvPr/>
        </p:nvSpPr>
        <p:spPr>
          <a:xfrm>
            <a:off x="6108192" y="1051560"/>
            <a:ext cx="196596" cy="45720"/>
          </a:xfrm>
          <a:prstGeom prst="rect">
            <a:avLst/>
          </a:prstGeom>
          <a:solidFill>
            <a:srgbClr val="919DB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Segmented Rule 32">
            <a:extLst>
              <a:ext uri="{FF2B5EF4-FFF2-40B4-BE49-F238E27FC236}">
                <a16:creationId xmlns:a16="http://schemas.microsoft.com/office/drawing/2014/main" id="{70DCC817-EE89-8686-15B0-0EE9FCD41913}"/>
              </a:ext>
            </a:extLst>
          </p:cNvPr>
          <p:cNvSpPr>
            <a:spLocks noGrp="1"/>
          </p:cNvSpPr>
          <p:nvPr/>
        </p:nvSpPr>
        <p:spPr>
          <a:xfrm>
            <a:off x="6301130" y="1051560"/>
            <a:ext cx="196596" cy="45720"/>
          </a:xfrm>
          <a:prstGeom prst="rect">
            <a:avLst/>
          </a:prstGeom>
          <a:solidFill>
            <a:srgbClr val="95A1B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Segmented Rule 33">
            <a:extLst>
              <a:ext uri="{FF2B5EF4-FFF2-40B4-BE49-F238E27FC236}">
                <a16:creationId xmlns:a16="http://schemas.microsoft.com/office/drawing/2014/main" id="{7AFBE106-D633-9301-2676-4A2774B5C43E}"/>
              </a:ext>
            </a:extLst>
          </p:cNvPr>
          <p:cNvSpPr>
            <a:spLocks noGrp="1"/>
          </p:cNvSpPr>
          <p:nvPr/>
        </p:nvSpPr>
        <p:spPr>
          <a:xfrm>
            <a:off x="6494069" y="1051560"/>
            <a:ext cx="196596" cy="45720"/>
          </a:xfrm>
          <a:prstGeom prst="rect">
            <a:avLst/>
          </a:prstGeom>
          <a:solidFill>
            <a:srgbClr val="98A4B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" name="Segmented Rule 34">
            <a:extLst>
              <a:ext uri="{FF2B5EF4-FFF2-40B4-BE49-F238E27FC236}">
                <a16:creationId xmlns:a16="http://schemas.microsoft.com/office/drawing/2014/main" id="{099424CA-C37F-7017-7E79-0DBB7DA159E8}"/>
              </a:ext>
            </a:extLst>
          </p:cNvPr>
          <p:cNvSpPr>
            <a:spLocks noGrp="1"/>
          </p:cNvSpPr>
          <p:nvPr/>
        </p:nvSpPr>
        <p:spPr>
          <a:xfrm>
            <a:off x="6687007" y="1051560"/>
            <a:ext cx="196596" cy="45720"/>
          </a:xfrm>
          <a:prstGeom prst="rect">
            <a:avLst/>
          </a:prstGeom>
          <a:solidFill>
            <a:srgbClr val="9CA7BB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9" name="Segmented Rule 35">
            <a:extLst>
              <a:ext uri="{FF2B5EF4-FFF2-40B4-BE49-F238E27FC236}">
                <a16:creationId xmlns:a16="http://schemas.microsoft.com/office/drawing/2014/main" id="{DB61BE5C-71A6-5D8F-66FB-D16DDDEBD714}"/>
              </a:ext>
            </a:extLst>
          </p:cNvPr>
          <p:cNvSpPr>
            <a:spLocks noGrp="1"/>
          </p:cNvSpPr>
          <p:nvPr/>
        </p:nvSpPr>
        <p:spPr>
          <a:xfrm>
            <a:off x="6879946" y="1051560"/>
            <a:ext cx="196596" cy="45720"/>
          </a:xfrm>
          <a:prstGeom prst="rect">
            <a:avLst/>
          </a:prstGeom>
          <a:solidFill>
            <a:srgbClr val="A0ABB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1" name="Segmented Rule 36">
            <a:extLst>
              <a:ext uri="{FF2B5EF4-FFF2-40B4-BE49-F238E27FC236}">
                <a16:creationId xmlns:a16="http://schemas.microsoft.com/office/drawing/2014/main" id="{8FCFAB3B-41EF-53C4-D00E-F40985FB3E20}"/>
              </a:ext>
            </a:extLst>
          </p:cNvPr>
          <p:cNvSpPr>
            <a:spLocks noGrp="1"/>
          </p:cNvSpPr>
          <p:nvPr/>
        </p:nvSpPr>
        <p:spPr>
          <a:xfrm>
            <a:off x="7072884" y="1051560"/>
            <a:ext cx="196596" cy="45720"/>
          </a:xfrm>
          <a:prstGeom prst="rect">
            <a:avLst/>
          </a:prstGeom>
          <a:solidFill>
            <a:srgbClr val="A4AEC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3" name="Segmented Rule 37">
            <a:extLst>
              <a:ext uri="{FF2B5EF4-FFF2-40B4-BE49-F238E27FC236}">
                <a16:creationId xmlns:a16="http://schemas.microsoft.com/office/drawing/2014/main" id="{A1E84726-411B-BC9F-F88E-9260DCA885AE}"/>
              </a:ext>
            </a:extLst>
          </p:cNvPr>
          <p:cNvSpPr>
            <a:spLocks noGrp="1"/>
          </p:cNvSpPr>
          <p:nvPr/>
        </p:nvSpPr>
        <p:spPr>
          <a:xfrm>
            <a:off x="7265822" y="1051560"/>
            <a:ext cx="196596" cy="45720"/>
          </a:xfrm>
          <a:prstGeom prst="rect">
            <a:avLst/>
          </a:prstGeom>
          <a:solidFill>
            <a:srgbClr val="A8B1C3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" name="Segmented Rule 38">
            <a:extLst>
              <a:ext uri="{FF2B5EF4-FFF2-40B4-BE49-F238E27FC236}">
                <a16:creationId xmlns:a16="http://schemas.microsoft.com/office/drawing/2014/main" id="{4D49D752-2897-1C39-EF8D-1A36E2106FBF}"/>
              </a:ext>
            </a:extLst>
          </p:cNvPr>
          <p:cNvSpPr>
            <a:spLocks noGrp="1"/>
          </p:cNvSpPr>
          <p:nvPr/>
        </p:nvSpPr>
        <p:spPr>
          <a:xfrm>
            <a:off x="7458761" y="1051560"/>
            <a:ext cx="196596" cy="45720"/>
          </a:xfrm>
          <a:prstGeom prst="rect">
            <a:avLst/>
          </a:prstGeom>
          <a:solidFill>
            <a:srgbClr val="ABB5C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7" name="Segmented Rule 39">
            <a:extLst>
              <a:ext uri="{FF2B5EF4-FFF2-40B4-BE49-F238E27FC236}">
                <a16:creationId xmlns:a16="http://schemas.microsoft.com/office/drawing/2014/main" id="{349D76A4-DF22-8E60-3F15-19C3DB44213E}"/>
              </a:ext>
            </a:extLst>
          </p:cNvPr>
          <p:cNvSpPr>
            <a:spLocks noGrp="1"/>
          </p:cNvSpPr>
          <p:nvPr/>
        </p:nvSpPr>
        <p:spPr>
          <a:xfrm>
            <a:off x="7651699" y="1051560"/>
            <a:ext cx="196596" cy="45720"/>
          </a:xfrm>
          <a:prstGeom prst="rect">
            <a:avLst/>
          </a:prstGeom>
          <a:solidFill>
            <a:srgbClr val="AFB8C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9" name="Segmented Rule 40">
            <a:extLst>
              <a:ext uri="{FF2B5EF4-FFF2-40B4-BE49-F238E27FC236}">
                <a16:creationId xmlns:a16="http://schemas.microsoft.com/office/drawing/2014/main" id="{33781D6E-F5C3-1C82-0D12-7C1B336E972C}"/>
              </a:ext>
            </a:extLst>
          </p:cNvPr>
          <p:cNvSpPr>
            <a:spLocks noGrp="1"/>
          </p:cNvSpPr>
          <p:nvPr/>
        </p:nvSpPr>
        <p:spPr>
          <a:xfrm>
            <a:off x="7844638" y="1051560"/>
            <a:ext cx="196596" cy="45720"/>
          </a:xfrm>
          <a:prstGeom prst="rect">
            <a:avLst/>
          </a:prstGeom>
          <a:solidFill>
            <a:srgbClr val="B3BCC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1" name="Segmented Rule 41">
            <a:extLst>
              <a:ext uri="{FF2B5EF4-FFF2-40B4-BE49-F238E27FC236}">
                <a16:creationId xmlns:a16="http://schemas.microsoft.com/office/drawing/2014/main" id="{E642F038-DB72-728C-5CCB-B491C6C9394F}"/>
              </a:ext>
            </a:extLst>
          </p:cNvPr>
          <p:cNvSpPr>
            <a:spLocks noGrp="1"/>
          </p:cNvSpPr>
          <p:nvPr/>
        </p:nvSpPr>
        <p:spPr>
          <a:xfrm>
            <a:off x="8037576" y="1051560"/>
            <a:ext cx="196596" cy="45720"/>
          </a:xfrm>
          <a:prstGeom prst="rect">
            <a:avLst/>
          </a:prstGeom>
          <a:solidFill>
            <a:srgbClr val="B7BFC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3" name="Segmented Rule 42">
            <a:extLst>
              <a:ext uri="{FF2B5EF4-FFF2-40B4-BE49-F238E27FC236}">
                <a16:creationId xmlns:a16="http://schemas.microsoft.com/office/drawing/2014/main" id="{7267E029-A16B-6B7A-32DC-9B4223FE5FB0}"/>
              </a:ext>
            </a:extLst>
          </p:cNvPr>
          <p:cNvSpPr>
            <a:spLocks noGrp="1"/>
          </p:cNvSpPr>
          <p:nvPr/>
        </p:nvSpPr>
        <p:spPr>
          <a:xfrm>
            <a:off x="8230514" y="1051560"/>
            <a:ext cx="196596" cy="45720"/>
          </a:xfrm>
          <a:prstGeom prst="rect">
            <a:avLst/>
          </a:prstGeom>
          <a:solidFill>
            <a:srgbClr val="BBC2D0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" name="Segmented Rule 43">
            <a:extLst>
              <a:ext uri="{FF2B5EF4-FFF2-40B4-BE49-F238E27FC236}">
                <a16:creationId xmlns:a16="http://schemas.microsoft.com/office/drawing/2014/main" id="{F493A111-ADA2-ADFB-84AA-4B20FD637C1E}"/>
              </a:ext>
            </a:extLst>
          </p:cNvPr>
          <p:cNvSpPr>
            <a:spLocks noGrp="1"/>
          </p:cNvSpPr>
          <p:nvPr/>
        </p:nvSpPr>
        <p:spPr>
          <a:xfrm>
            <a:off x="8423453" y="1051560"/>
            <a:ext cx="196596" cy="45720"/>
          </a:xfrm>
          <a:prstGeom prst="rect">
            <a:avLst/>
          </a:prstGeom>
          <a:solidFill>
            <a:srgbClr val="BEC6D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Segmented Rule 44">
            <a:extLst>
              <a:ext uri="{FF2B5EF4-FFF2-40B4-BE49-F238E27FC236}">
                <a16:creationId xmlns:a16="http://schemas.microsoft.com/office/drawing/2014/main" id="{8757E2CF-385D-609D-E8EC-58C3DEF40AC7}"/>
              </a:ext>
            </a:extLst>
          </p:cNvPr>
          <p:cNvSpPr>
            <a:spLocks noGrp="1"/>
          </p:cNvSpPr>
          <p:nvPr/>
        </p:nvSpPr>
        <p:spPr>
          <a:xfrm>
            <a:off x="8616391" y="1051560"/>
            <a:ext cx="196596" cy="45720"/>
          </a:xfrm>
          <a:prstGeom prst="rect">
            <a:avLst/>
          </a:prstGeom>
          <a:solidFill>
            <a:srgbClr val="C2C9D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9" name="Segmented Rule 45">
            <a:extLst>
              <a:ext uri="{FF2B5EF4-FFF2-40B4-BE49-F238E27FC236}">
                <a16:creationId xmlns:a16="http://schemas.microsoft.com/office/drawing/2014/main" id="{869DA6E0-E072-F82B-F41D-EB372B927A34}"/>
              </a:ext>
            </a:extLst>
          </p:cNvPr>
          <p:cNvSpPr>
            <a:spLocks noGrp="1"/>
          </p:cNvSpPr>
          <p:nvPr/>
        </p:nvSpPr>
        <p:spPr>
          <a:xfrm>
            <a:off x="8809330" y="1051560"/>
            <a:ext cx="196596" cy="45720"/>
          </a:xfrm>
          <a:prstGeom prst="rect">
            <a:avLst/>
          </a:prstGeom>
          <a:solidFill>
            <a:srgbClr val="C6CCD8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1" name="Segmented Rule 46">
            <a:extLst>
              <a:ext uri="{FF2B5EF4-FFF2-40B4-BE49-F238E27FC236}">
                <a16:creationId xmlns:a16="http://schemas.microsoft.com/office/drawing/2014/main" id="{19F926AE-9455-7E95-6E54-FE3E6FC22921}"/>
              </a:ext>
            </a:extLst>
          </p:cNvPr>
          <p:cNvSpPr>
            <a:spLocks noGrp="1"/>
          </p:cNvSpPr>
          <p:nvPr/>
        </p:nvSpPr>
        <p:spPr>
          <a:xfrm>
            <a:off x="9002268" y="1051560"/>
            <a:ext cx="196596" cy="45720"/>
          </a:xfrm>
          <a:prstGeom prst="rect">
            <a:avLst/>
          </a:prstGeom>
          <a:solidFill>
            <a:srgbClr val="CAD0D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" name="Segmented Rule 47">
            <a:extLst>
              <a:ext uri="{FF2B5EF4-FFF2-40B4-BE49-F238E27FC236}">
                <a16:creationId xmlns:a16="http://schemas.microsoft.com/office/drawing/2014/main" id="{FC9D0A63-68E4-44EE-1783-99BC2AC7C779}"/>
              </a:ext>
            </a:extLst>
          </p:cNvPr>
          <p:cNvSpPr>
            <a:spLocks noGrp="1"/>
          </p:cNvSpPr>
          <p:nvPr/>
        </p:nvSpPr>
        <p:spPr>
          <a:xfrm>
            <a:off x="9195206" y="1051560"/>
            <a:ext cx="196596" cy="45720"/>
          </a:xfrm>
          <a:prstGeom prst="rect">
            <a:avLst/>
          </a:prstGeom>
          <a:solidFill>
            <a:srgbClr val="CED3D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5" name="Segmented Rule 48">
            <a:extLst>
              <a:ext uri="{FF2B5EF4-FFF2-40B4-BE49-F238E27FC236}">
                <a16:creationId xmlns:a16="http://schemas.microsoft.com/office/drawing/2014/main" id="{E6179783-EF83-5A3F-4BBB-0E52F7CAB349}"/>
              </a:ext>
            </a:extLst>
          </p:cNvPr>
          <p:cNvSpPr>
            <a:spLocks noGrp="1"/>
          </p:cNvSpPr>
          <p:nvPr/>
        </p:nvSpPr>
        <p:spPr>
          <a:xfrm>
            <a:off x="9388145" y="1051560"/>
            <a:ext cx="196596" cy="45720"/>
          </a:xfrm>
          <a:prstGeom prst="rect">
            <a:avLst/>
          </a:prstGeom>
          <a:solidFill>
            <a:srgbClr val="D1D7D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7" name="Segmented Rule 49">
            <a:extLst>
              <a:ext uri="{FF2B5EF4-FFF2-40B4-BE49-F238E27FC236}">
                <a16:creationId xmlns:a16="http://schemas.microsoft.com/office/drawing/2014/main" id="{7BDC0613-BA57-6959-F88C-F85275429147}"/>
              </a:ext>
            </a:extLst>
          </p:cNvPr>
          <p:cNvSpPr>
            <a:spLocks noGrp="1"/>
          </p:cNvSpPr>
          <p:nvPr/>
        </p:nvSpPr>
        <p:spPr>
          <a:xfrm>
            <a:off x="9581083" y="1051560"/>
            <a:ext cx="196596" cy="45720"/>
          </a:xfrm>
          <a:prstGeom prst="rect">
            <a:avLst/>
          </a:prstGeom>
          <a:solidFill>
            <a:srgbClr val="D5DAE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9" name="Segmented Rule 50">
            <a:extLst>
              <a:ext uri="{FF2B5EF4-FFF2-40B4-BE49-F238E27FC236}">
                <a16:creationId xmlns:a16="http://schemas.microsoft.com/office/drawing/2014/main" id="{B35C6F25-FD95-53C4-950A-0DF373F2E37A}"/>
              </a:ext>
            </a:extLst>
          </p:cNvPr>
          <p:cNvSpPr>
            <a:spLocks noGrp="1"/>
          </p:cNvSpPr>
          <p:nvPr/>
        </p:nvSpPr>
        <p:spPr>
          <a:xfrm>
            <a:off x="9774022" y="1051560"/>
            <a:ext cx="196596" cy="45720"/>
          </a:xfrm>
          <a:prstGeom prst="rect">
            <a:avLst/>
          </a:prstGeom>
          <a:solidFill>
            <a:srgbClr val="D9DDE5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1" name="Segmented Rule 51">
            <a:extLst>
              <a:ext uri="{FF2B5EF4-FFF2-40B4-BE49-F238E27FC236}">
                <a16:creationId xmlns:a16="http://schemas.microsoft.com/office/drawing/2014/main" id="{C9C2B7AD-4EB9-B364-8CA3-987BB102000B}"/>
              </a:ext>
            </a:extLst>
          </p:cNvPr>
          <p:cNvSpPr>
            <a:spLocks noGrp="1"/>
          </p:cNvSpPr>
          <p:nvPr/>
        </p:nvSpPr>
        <p:spPr>
          <a:xfrm>
            <a:off x="9966960" y="1051560"/>
            <a:ext cx="196596" cy="45720"/>
          </a:xfrm>
          <a:prstGeom prst="rect">
            <a:avLst/>
          </a:prstGeom>
          <a:solidFill>
            <a:srgbClr val="DDE1E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3" name="Segmented Rule 52">
            <a:extLst>
              <a:ext uri="{FF2B5EF4-FFF2-40B4-BE49-F238E27FC236}">
                <a16:creationId xmlns:a16="http://schemas.microsoft.com/office/drawing/2014/main" id="{3C73B95C-E7BB-EA78-7126-DB451513981A}"/>
              </a:ext>
            </a:extLst>
          </p:cNvPr>
          <p:cNvSpPr>
            <a:spLocks noGrp="1"/>
          </p:cNvSpPr>
          <p:nvPr/>
        </p:nvSpPr>
        <p:spPr>
          <a:xfrm>
            <a:off x="10159898" y="1051560"/>
            <a:ext cx="196596" cy="45720"/>
          </a:xfrm>
          <a:prstGeom prst="rect">
            <a:avLst/>
          </a:prstGeom>
          <a:solidFill>
            <a:srgbClr val="E1E4E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5" name="Segmented Rule 53">
            <a:extLst>
              <a:ext uri="{FF2B5EF4-FFF2-40B4-BE49-F238E27FC236}">
                <a16:creationId xmlns:a16="http://schemas.microsoft.com/office/drawing/2014/main" id="{F760858A-6F73-8B26-81E5-1E901068B179}"/>
              </a:ext>
            </a:extLst>
          </p:cNvPr>
          <p:cNvSpPr>
            <a:spLocks noGrp="1"/>
          </p:cNvSpPr>
          <p:nvPr/>
        </p:nvSpPr>
        <p:spPr>
          <a:xfrm>
            <a:off x="10352837" y="1051560"/>
            <a:ext cx="196596" cy="45720"/>
          </a:xfrm>
          <a:prstGeom prst="rect">
            <a:avLst/>
          </a:prstGeom>
          <a:solidFill>
            <a:srgbClr val="E4E7ED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7" name="Segmented Rule 54">
            <a:extLst>
              <a:ext uri="{FF2B5EF4-FFF2-40B4-BE49-F238E27FC236}">
                <a16:creationId xmlns:a16="http://schemas.microsoft.com/office/drawing/2014/main" id="{93CE31DF-59E0-C18B-AE7A-1AA1E480861D}"/>
              </a:ext>
            </a:extLst>
          </p:cNvPr>
          <p:cNvSpPr>
            <a:spLocks noGrp="1"/>
          </p:cNvSpPr>
          <p:nvPr/>
        </p:nvSpPr>
        <p:spPr>
          <a:xfrm>
            <a:off x="10545775" y="1051560"/>
            <a:ext cx="196596" cy="45720"/>
          </a:xfrm>
          <a:prstGeom prst="rect">
            <a:avLst/>
          </a:prstGeom>
          <a:solidFill>
            <a:srgbClr val="E8EBE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9" name="Segmented Rule 55">
            <a:extLst>
              <a:ext uri="{FF2B5EF4-FFF2-40B4-BE49-F238E27FC236}">
                <a16:creationId xmlns:a16="http://schemas.microsoft.com/office/drawing/2014/main" id="{5B25D081-88AB-42D3-B09A-AEECB4F40F55}"/>
              </a:ext>
            </a:extLst>
          </p:cNvPr>
          <p:cNvSpPr>
            <a:spLocks noGrp="1"/>
          </p:cNvSpPr>
          <p:nvPr/>
        </p:nvSpPr>
        <p:spPr>
          <a:xfrm>
            <a:off x="10738714" y="1051560"/>
            <a:ext cx="196596" cy="45720"/>
          </a:xfrm>
          <a:prstGeom prst="rect">
            <a:avLst/>
          </a:prstGeom>
          <a:solidFill>
            <a:srgbClr val="ECEEF2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1" name="Segmented Rule 56">
            <a:extLst>
              <a:ext uri="{FF2B5EF4-FFF2-40B4-BE49-F238E27FC236}">
                <a16:creationId xmlns:a16="http://schemas.microsoft.com/office/drawing/2014/main" id="{28E14BF4-5330-D56D-0674-36399986F0EA}"/>
              </a:ext>
            </a:extLst>
          </p:cNvPr>
          <p:cNvSpPr>
            <a:spLocks noGrp="1"/>
          </p:cNvSpPr>
          <p:nvPr/>
        </p:nvSpPr>
        <p:spPr>
          <a:xfrm>
            <a:off x="10931652" y="1051560"/>
            <a:ext cx="196596" cy="45720"/>
          </a:xfrm>
          <a:prstGeom prst="rect">
            <a:avLst/>
          </a:prstGeom>
          <a:solidFill>
            <a:srgbClr val="F0F2F4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3" name="Segmented Rule 57">
            <a:extLst>
              <a:ext uri="{FF2B5EF4-FFF2-40B4-BE49-F238E27FC236}">
                <a16:creationId xmlns:a16="http://schemas.microsoft.com/office/drawing/2014/main" id="{B3CF113E-691D-957E-B989-DB80D7C1A8D6}"/>
              </a:ext>
            </a:extLst>
          </p:cNvPr>
          <p:cNvSpPr>
            <a:spLocks noGrp="1"/>
          </p:cNvSpPr>
          <p:nvPr/>
        </p:nvSpPr>
        <p:spPr>
          <a:xfrm>
            <a:off x="11124590" y="1051560"/>
            <a:ext cx="196596" cy="45720"/>
          </a:xfrm>
          <a:prstGeom prst="rect">
            <a:avLst/>
          </a:prstGeom>
          <a:solidFill>
            <a:srgbClr val="F4F5F7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5" name="Segmented Rule 58">
            <a:extLst>
              <a:ext uri="{FF2B5EF4-FFF2-40B4-BE49-F238E27FC236}">
                <a16:creationId xmlns:a16="http://schemas.microsoft.com/office/drawing/2014/main" id="{F7E0717B-FD43-FD6A-0239-A8DE400753D8}"/>
              </a:ext>
            </a:extLst>
          </p:cNvPr>
          <p:cNvSpPr>
            <a:spLocks noGrp="1"/>
          </p:cNvSpPr>
          <p:nvPr/>
        </p:nvSpPr>
        <p:spPr>
          <a:xfrm>
            <a:off x="11317529" y="1051560"/>
            <a:ext cx="196596" cy="45720"/>
          </a:xfrm>
          <a:prstGeom prst="rect">
            <a:avLst/>
          </a:prstGeom>
          <a:solidFill>
            <a:srgbClr val="F7F8FA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7" name="Segmented Rule 59">
            <a:extLst>
              <a:ext uri="{FF2B5EF4-FFF2-40B4-BE49-F238E27FC236}">
                <a16:creationId xmlns:a16="http://schemas.microsoft.com/office/drawing/2014/main" id="{8A147B40-446A-D025-A1D8-E4B71FB137B6}"/>
              </a:ext>
            </a:extLst>
          </p:cNvPr>
          <p:cNvSpPr>
            <a:spLocks noGrp="1"/>
          </p:cNvSpPr>
          <p:nvPr/>
        </p:nvSpPr>
        <p:spPr>
          <a:xfrm>
            <a:off x="11510467" y="1051560"/>
            <a:ext cx="196596" cy="45720"/>
          </a:xfrm>
          <a:prstGeom prst="rect">
            <a:avLst/>
          </a:prstGeom>
          <a:solidFill>
            <a:srgbClr val="FBFCFC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9" name="Segmented Rule 60">
            <a:extLst>
              <a:ext uri="{FF2B5EF4-FFF2-40B4-BE49-F238E27FC236}">
                <a16:creationId xmlns:a16="http://schemas.microsoft.com/office/drawing/2014/main" id="{6C01EB93-A89E-7922-5B1F-33CB3E66CA56}"/>
              </a:ext>
            </a:extLst>
          </p:cNvPr>
          <p:cNvSpPr>
            <a:spLocks noGrp="1"/>
          </p:cNvSpPr>
          <p:nvPr/>
        </p:nvSpPr>
        <p:spPr>
          <a:xfrm>
            <a:off x="11703406" y="1051560"/>
            <a:ext cx="196596" cy="4572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4" name="文本框 153">
            <a:extLst>
              <a:ext uri="{FF2B5EF4-FFF2-40B4-BE49-F238E27FC236}">
                <a16:creationId xmlns:a16="http://schemas.microsoft.com/office/drawing/2014/main" id="{75576D79-CD0E-FBD9-EF9D-27354EC05648}"/>
              </a:ext>
            </a:extLst>
          </p:cNvPr>
          <p:cNvSpPr txBox="1"/>
          <p:nvPr/>
        </p:nvSpPr>
        <p:spPr>
          <a:xfrm>
            <a:off x="199926" y="1279289"/>
            <a:ext cx="9286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在保留源码的整体框架，利用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</a:rPr>
              <a:t>Funsearch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</a:rPr>
              <a:t>对装箱问题进行了最小实验</a:t>
            </a:r>
          </a:p>
        </p:txBody>
      </p:sp>
      <p:sp>
        <p:nvSpPr>
          <p:cNvPr id="155" name="文本框 154">
            <a:extLst>
              <a:ext uri="{FF2B5EF4-FFF2-40B4-BE49-F238E27FC236}">
                <a16:creationId xmlns:a16="http://schemas.microsoft.com/office/drawing/2014/main" id="{98B2AF59-3349-28D2-F7BC-5F26475CB52B}"/>
              </a:ext>
            </a:extLst>
          </p:cNvPr>
          <p:cNvSpPr txBox="1"/>
          <p:nvPr/>
        </p:nvSpPr>
        <p:spPr>
          <a:xfrm>
            <a:off x="320040" y="1854926"/>
            <a:ext cx="50754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Demo</a:t>
            </a:r>
            <a:r>
              <a:rPr lang="zh-CN" altLang="en-US" sz="1600" b="1" dirty="0"/>
              <a:t>并未采用分布式，采取单线程，迭代次数为</a:t>
            </a:r>
            <a:r>
              <a:rPr lang="en-US" altLang="zh-CN" sz="1600" b="1" dirty="0"/>
              <a:t>60</a:t>
            </a:r>
            <a:r>
              <a:rPr lang="zh-CN" altLang="en-US" sz="1600" b="1" dirty="0"/>
              <a:t>轮</a:t>
            </a:r>
          </a:p>
        </p:txBody>
      </p:sp>
      <p:pic>
        <p:nvPicPr>
          <p:cNvPr id="157" name="图片 156">
            <a:extLst>
              <a:ext uri="{FF2B5EF4-FFF2-40B4-BE49-F238E27FC236}">
                <a16:creationId xmlns:a16="http://schemas.microsoft.com/office/drawing/2014/main" id="{3B0B4F7E-087A-FDD9-CBEC-CCE44092E851}"/>
              </a:ext>
            </a:extLst>
          </p:cNvPr>
          <p:cNvPicPr>
            <a:picLocks/>
          </p:cNvPicPr>
          <p:nvPr/>
        </p:nvPicPr>
        <p:blipFill>
          <a:blip r:embed="rId2"/>
          <a:srcRect r="49411"/>
          <a:stretch>
            <a:fillRect/>
          </a:stretch>
        </p:blipFill>
        <p:spPr>
          <a:xfrm>
            <a:off x="173632" y="2240660"/>
            <a:ext cx="3765708" cy="2376679"/>
          </a:xfrm>
          <a:prstGeom prst="rect">
            <a:avLst/>
          </a:prstGeom>
        </p:spPr>
      </p:pic>
      <p:pic>
        <p:nvPicPr>
          <p:cNvPr id="161" name="图片 160">
            <a:extLst>
              <a:ext uri="{FF2B5EF4-FFF2-40B4-BE49-F238E27FC236}">
                <a16:creationId xmlns:a16="http://schemas.microsoft.com/office/drawing/2014/main" id="{39507C01-5310-9879-730B-7E73695B1CEF}"/>
              </a:ext>
            </a:extLst>
          </p:cNvPr>
          <p:cNvPicPr>
            <a:picLocks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3907252" y="2240660"/>
            <a:ext cx="4598475" cy="2317958"/>
          </a:xfrm>
          <a:prstGeom prst="rect">
            <a:avLst/>
          </a:prstGeom>
        </p:spPr>
      </p:pic>
      <p:pic>
        <p:nvPicPr>
          <p:cNvPr id="163" name="图片 162">
            <a:extLst>
              <a:ext uri="{FF2B5EF4-FFF2-40B4-BE49-F238E27FC236}">
                <a16:creationId xmlns:a16="http://schemas.microsoft.com/office/drawing/2014/main" id="{916C3BA5-165D-D3E1-B81D-213FC2971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83" y="4617339"/>
            <a:ext cx="3561580" cy="2193481"/>
          </a:xfrm>
          <a:prstGeom prst="rect">
            <a:avLst/>
          </a:prstGeom>
        </p:spPr>
      </p:pic>
      <p:pic>
        <p:nvPicPr>
          <p:cNvPr id="165" name="图片 164">
            <a:extLst>
              <a:ext uri="{FF2B5EF4-FFF2-40B4-BE49-F238E27FC236}">
                <a16:creationId xmlns:a16="http://schemas.microsoft.com/office/drawing/2014/main" id="{D0E42B56-7A51-8A09-2A69-5A118017FF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2714" y="4599340"/>
            <a:ext cx="3667411" cy="2258660"/>
          </a:xfrm>
          <a:prstGeom prst="rect">
            <a:avLst/>
          </a:prstGeom>
        </p:spPr>
      </p:pic>
      <p:pic>
        <p:nvPicPr>
          <p:cNvPr id="167" name="图片 166">
            <a:extLst>
              <a:ext uri="{FF2B5EF4-FFF2-40B4-BE49-F238E27FC236}">
                <a16:creationId xmlns:a16="http://schemas.microsoft.com/office/drawing/2014/main" id="{6CEB05BC-7364-477A-5C0F-57759A3C1F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3876" y="4556734"/>
            <a:ext cx="3736591" cy="230126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17C36D5-3E3F-BE98-8492-71AF8B17F2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5829" y="1854926"/>
            <a:ext cx="2894456" cy="252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617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FA25438E-2E62-3598-A6CD-6B9AC2298CFF}"/>
              </a:ext>
            </a:extLst>
          </p:cNvPr>
          <p:cNvSpPr txBox="1"/>
          <p:nvPr/>
        </p:nvSpPr>
        <p:spPr>
          <a:xfrm>
            <a:off x="6199021" y="467601"/>
            <a:ext cx="37753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chemeClr val="accent1">
                    <a:lumMod val="75000"/>
                  </a:schemeClr>
                </a:solidFill>
              </a:rPr>
              <a:t>实验过程中遇到的问题</a:t>
            </a:r>
            <a:endParaRPr lang="en-US" altLang="zh-CN" sz="2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FF54A0-6EAC-E91F-2F24-4E9B49F88F04}"/>
              </a:ext>
            </a:extLst>
          </p:cNvPr>
          <p:cNvSpPr txBox="1"/>
          <p:nvPr/>
        </p:nvSpPr>
        <p:spPr>
          <a:xfrm>
            <a:off x="6367584" y="5026688"/>
            <a:ext cx="37082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设置最小实验时重置时间过程长，导致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60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轮未发生重置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DCF4EF-8FFD-927B-9631-0B6233EA73A3}"/>
              </a:ext>
            </a:extLst>
          </p:cNvPr>
          <p:cNvSpPr txBox="1"/>
          <p:nvPr/>
        </p:nvSpPr>
        <p:spPr>
          <a:xfrm>
            <a:off x="6367584" y="3794009"/>
            <a:ext cx="36068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起初利用的是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DeepSeek-v4-Flash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的思考模式，耗时长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75F943-61DF-1929-34F6-CF4E7D98E036}"/>
              </a:ext>
            </a:extLst>
          </p:cNvPr>
          <p:cNvSpPr txBox="1"/>
          <p:nvPr/>
        </p:nvSpPr>
        <p:spPr>
          <a:xfrm>
            <a:off x="6367584" y="2653663"/>
            <a:ext cx="3708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LLM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输出的程序开头没有缩进，导致大量程序无法入库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3E3A81-6A89-3D09-E444-F76E8AA599A4}"/>
              </a:ext>
            </a:extLst>
          </p:cNvPr>
          <p:cNvSpPr txBox="1"/>
          <p:nvPr/>
        </p:nvSpPr>
        <p:spPr>
          <a:xfrm>
            <a:off x="304799" y="347042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</a:rPr>
              <a:t>数据分析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FF0B5D1-2AB7-7DD0-D7BF-998575EED137}"/>
              </a:ext>
            </a:extLst>
          </p:cNvPr>
          <p:cNvSpPr txBox="1"/>
          <p:nvPr/>
        </p:nvSpPr>
        <p:spPr>
          <a:xfrm>
            <a:off x="6367584" y="1541075"/>
            <a:ext cx="3606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簇的起始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Temperature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设置的太低，导致过早收敛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A78C3-6B36-AFCB-0123-495F40601293}"/>
              </a:ext>
            </a:extLst>
          </p:cNvPr>
          <p:cNvSpPr txBox="1"/>
          <p:nvPr/>
        </p:nvSpPr>
        <p:spPr>
          <a:xfrm>
            <a:off x="304799" y="1351507"/>
            <a:ext cx="49551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突破：在第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43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轮处，出现了优于一开始入库的最佳程序，验证了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Funsearch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使得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LLMs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在开放性问题上有了新的突破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39EE3714-A307-E956-137D-BF544B099F56}"/>
              </a:ext>
            </a:extLst>
          </p:cNvPr>
          <p:cNvSpPr txBox="1"/>
          <p:nvPr/>
        </p:nvSpPr>
        <p:spPr>
          <a:xfrm>
            <a:off x="304799" y="2967335"/>
            <a:ext cx="4725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趋势：随着迭代次数的增加，簇的数量也随之慢慢增加，这是程序的行为特征开始分化，意味着变异的积累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9263C60-0BB3-CEA2-6157-83BE2AEC21BD}"/>
              </a:ext>
            </a:extLst>
          </p:cNvPr>
          <p:cNvSpPr txBox="1"/>
          <p:nvPr/>
        </p:nvSpPr>
        <p:spPr>
          <a:xfrm>
            <a:off x="304798" y="4472690"/>
            <a:ext cx="47257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改进方向：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Program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数量增长的同时</a:t>
            </a:r>
          </a:p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簇增长的速度远慢于程序的增长速度，这意味着应该继续优化对进化的指导，使其更快分化；采取分布式，进而更大的提高效率；增加轮次，画出收敛曲线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CBEF5A95-D53A-C9F4-A0BF-57AD961F1834}"/>
              </a:ext>
            </a:extLst>
          </p:cNvPr>
          <p:cNvCxnSpPr>
            <a:cxnSpLocks/>
          </p:cNvCxnSpPr>
          <p:nvPr/>
        </p:nvCxnSpPr>
        <p:spPr>
          <a:xfrm>
            <a:off x="5773427" y="348942"/>
            <a:ext cx="0" cy="61669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644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8B4CA96-C375-4B93-E21C-BCE3D5C5C251}"/>
              </a:ext>
            </a:extLst>
          </p:cNvPr>
          <p:cNvSpPr txBox="1"/>
          <p:nvPr/>
        </p:nvSpPr>
        <p:spPr>
          <a:xfrm>
            <a:off x="4770958" y="2644170"/>
            <a:ext cx="26500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9600" b="1" dirty="0">
                <a:solidFill>
                  <a:schemeClr val="accent1">
                    <a:lumMod val="75000"/>
                  </a:schemeClr>
                </a:solidFill>
              </a:rPr>
              <a:t>END</a:t>
            </a:r>
            <a:endParaRPr lang="zh-CN" altLang="en-US" sz="9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484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2452</Words>
  <Application>Microsoft Office PowerPoint</Application>
  <PresentationFormat>宽屏</PresentationFormat>
  <Paragraphs>145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HarmonyOS Sans SC Medium</vt:lpstr>
      <vt:lpstr>等线</vt:lpstr>
      <vt:lpstr>等线 Light</vt:lpstr>
      <vt:lpstr>黑体</vt:lpstr>
      <vt:lpstr>华文中宋</vt:lpstr>
      <vt:lpstr>Microsoft YaHei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jamie Tom</dc:creator>
  <cp:lastModifiedBy>jamie Tom</cp:lastModifiedBy>
  <cp:revision>3</cp:revision>
  <dcterms:created xsi:type="dcterms:W3CDTF">2026-09-03T20:03:13Z</dcterms:created>
  <dcterms:modified xsi:type="dcterms:W3CDTF">2026-09-03T20:17:28Z</dcterms:modified>
</cp:coreProperties>
</file>